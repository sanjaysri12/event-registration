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499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 u="sng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15" dirty="0"/>
              <a:t> </a:t>
            </a:r>
            <a:r>
              <a:rPr dirty="0"/>
              <a:t>Idea</a:t>
            </a:r>
            <a:r>
              <a:rPr spc="-25" dirty="0"/>
              <a:t> </a:t>
            </a:r>
            <a:r>
              <a:rPr spc="-10" dirty="0"/>
              <a:t>submission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35255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 u="sng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15" dirty="0"/>
              <a:t> </a:t>
            </a:r>
            <a:r>
              <a:rPr dirty="0"/>
              <a:t>Idea</a:t>
            </a:r>
            <a:r>
              <a:rPr spc="-25" dirty="0"/>
              <a:t> </a:t>
            </a:r>
            <a:r>
              <a:rPr spc="-10" dirty="0"/>
              <a:t>submission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35255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15" dirty="0"/>
              <a:t> </a:t>
            </a:r>
            <a:r>
              <a:rPr dirty="0"/>
              <a:t>Idea</a:t>
            </a:r>
            <a:r>
              <a:rPr spc="-25" dirty="0"/>
              <a:t> </a:t>
            </a:r>
            <a:r>
              <a:rPr spc="-10" dirty="0"/>
              <a:t>submission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35255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15" dirty="0"/>
              <a:t> </a:t>
            </a:r>
            <a:r>
              <a:rPr dirty="0"/>
              <a:t>Idea</a:t>
            </a:r>
            <a:r>
              <a:rPr spc="-25" dirty="0"/>
              <a:t> </a:t>
            </a:r>
            <a:r>
              <a:rPr spc="-10" dirty="0"/>
              <a:t>submission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35255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15" dirty="0"/>
              <a:t> </a:t>
            </a:r>
            <a:r>
              <a:rPr dirty="0"/>
              <a:t>Idea</a:t>
            </a:r>
            <a:r>
              <a:rPr spc="-25" dirty="0"/>
              <a:t> </a:t>
            </a:r>
            <a:r>
              <a:rPr spc="-10" dirty="0"/>
              <a:t>submission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35255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20899" y="221437"/>
            <a:ext cx="6950201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5877" y="1549400"/>
            <a:ext cx="9153525" cy="34404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 u="sng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37961" y="6557873"/>
            <a:ext cx="139319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15" dirty="0"/>
              <a:t> </a:t>
            </a:r>
            <a:r>
              <a:rPr dirty="0"/>
              <a:t>Idea</a:t>
            </a:r>
            <a:r>
              <a:rPr spc="-25" dirty="0"/>
              <a:t> </a:t>
            </a:r>
            <a:r>
              <a:rPr spc="-10" dirty="0"/>
              <a:t>submission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75770" y="6539280"/>
            <a:ext cx="263525" cy="2403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35255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9" Type="http://schemas.openxmlformats.org/officeDocument/2006/relationships/image" Target="../media/image45.png"/><Relationship Id="rId21" Type="http://schemas.openxmlformats.org/officeDocument/2006/relationships/image" Target="../media/image27.png"/><Relationship Id="rId34" Type="http://schemas.openxmlformats.org/officeDocument/2006/relationships/image" Target="../media/image40.png"/><Relationship Id="rId42" Type="http://schemas.openxmlformats.org/officeDocument/2006/relationships/image" Target="../media/image48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6" Type="http://schemas.openxmlformats.org/officeDocument/2006/relationships/image" Target="../media/image22.png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32" Type="http://schemas.openxmlformats.org/officeDocument/2006/relationships/image" Target="../media/image38.png"/><Relationship Id="rId37" Type="http://schemas.openxmlformats.org/officeDocument/2006/relationships/image" Target="../media/image43.png"/><Relationship Id="rId40" Type="http://schemas.openxmlformats.org/officeDocument/2006/relationships/image" Target="../media/image46.png"/><Relationship Id="rId45" Type="http://schemas.openxmlformats.org/officeDocument/2006/relationships/image" Target="../media/image51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28" Type="http://schemas.openxmlformats.org/officeDocument/2006/relationships/image" Target="../media/image34.png"/><Relationship Id="rId36" Type="http://schemas.openxmlformats.org/officeDocument/2006/relationships/image" Target="../media/image42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31" Type="http://schemas.openxmlformats.org/officeDocument/2006/relationships/image" Target="../media/image37.png"/><Relationship Id="rId44" Type="http://schemas.openxmlformats.org/officeDocument/2006/relationships/image" Target="../media/image5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33.png"/><Relationship Id="rId30" Type="http://schemas.openxmlformats.org/officeDocument/2006/relationships/image" Target="../media/image36.png"/><Relationship Id="rId35" Type="http://schemas.openxmlformats.org/officeDocument/2006/relationships/image" Target="../media/image41.png"/><Relationship Id="rId43" Type="http://schemas.openxmlformats.org/officeDocument/2006/relationships/image" Target="../media/image49.png"/><Relationship Id="rId8" Type="http://schemas.openxmlformats.org/officeDocument/2006/relationships/image" Target="../media/image14.png"/><Relationship Id="rId3" Type="http://schemas.openxmlformats.org/officeDocument/2006/relationships/image" Target="../media/image5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33" Type="http://schemas.openxmlformats.org/officeDocument/2006/relationships/image" Target="../media/image39.png"/><Relationship Id="rId38" Type="http://schemas.openxmlformats.org/officeDocument/2006/relationships/image" Target="../media/image44.png"/><Relationship Id="rId20" Type="http://schemas.openxmlformats.org/officeDocument/2006/relationships/image" Target="../media/image26.png"/><Relationship Id="rId41" Type="http://schemas.openxmlformats.org/officeDocument/2006/relationships/image" Target="../media/image4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18" Type="http://schemas.openxmlformats.org/officeDocument/2006/relationships/image" Target="../media/image67.png"/><Relationship Id="rId3" Type="http://schemas.openxmlformats.org/officeDocument/2006/relationships/image" Target="../media/image5.png"/><Relationship Id="rId21" Type="http://schemas.openxmlformats.org/officeDocument/2006/relationships/image" Target="../media/image70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17" Type="http://schemas.openxmlformats.org/officeDocument/2006/relationships/image" Target="../media/image66.png"/><Relationship Id="rId2" Type="http://schemas.openxmlformats.org/officeDocument/2006/relationships/image" Target="../media/image52.png"/><Relationship Id="rId16" Type="http://schemas.openxmlformats.org/officeDocument/2006/relationships/image" Target="../media/image65.png"/><Relationship Id="rId20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10" Type="http://schemas.openxmlformats.org/officeDocument/2006/relationships/image" Target="../media/image59.png"/><Relationship Id="rId19" Type="http://schemas.openxmlformats.org/officeDocument/2006/relationships/image" Target="../media/image68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Relationship Id="rId22" Type="http://schemas.openxmlformats.org/officeDocument/2006/relationships/image" Target="../media/image7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75834107_Issues_and_Challenges_in_Indian_Tourism_Industry_A_Critical_Review_from_2010_to_2023" TargetMode="External"/><Relationship Id="rId7" Type="http://schemas.openxmlformats.org/officeDocument/2006/relationships/image" Target="../media/image5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esearchgate.net/publication/362087303_Sustainable_Tourism_in_India_Challenges_and_Prospects?utm_source=chatgpt.com" TargetMode="External"/><Relationship Id="rId5" Type="http://schemas.openxmlformats.org/officeDocument/2006/relationships/hyperlink" Target="https://www.researchgate.net/publication/388383308_Challenges_in_India_Tourism_Sector?utm_source=chatgpt.com" TargetMode="External"/><Relationship Id="rId4" Type="http://schemas.openxmlformats.org/officeDocument/2006/relationships/hyperlink" Target="https://tourism.gov.in/sites/default/files/2024-02/India%20Tourism%20Statistics%202023-English.pdf?u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56770" y="851535"/>
            <a:ext cx="4638675" cy="5155565"/>
            <a:chOff x="5656770" y="851535"/>
            <a:chExt cx="4638675" cy="5155565"/>
          </a:xfrm>
        </p:grpSpPr>
        <p:sp>
          <p:nvSpPr>
            <p:cNvPr id="3" name="object 3"/>
            <p:cNvSpPr/>
            <p:nvPr/>
          </p:nvSpPr>
          <p:spPr>
            <a:xfrm>
              <a:off x="5656770" y="851535"/>
              <a:ext cx="4638675" cy="5155565"/>
            </a:xfrm>
            <a:custGeom>
              <a:avLst/>
              <a:gdLst/>
              <a:ahLst/>
              <a:cxnLst/>
              <a:rect l="l" t="t" r="r" b="b"/>
              <a:pathLst>
                <a:path w="4638675" h="5155565">
                  <a:moveTo>
                    <a:pt x="1873313" y="0"/>
                  </a:moveTo>
                  <a:lnTo>
                    <a:pt x="1180020" y="0"/>
                  </a:lnTo>
                  <a:lnTo>
                    <a:pt x="1147349" y="5788"/>
                  </a:lnTo>
                  <a:lnTo>
                    <a:pt x="1092152" y="48702"/>
                  </a:lnTo>
                  <a:lnTo>
                    <a:pt x="1072197" y="83565"/>
                  </a:lnTo>
                  <a:lnTo>
                    <a:pt x="726249" y="881126"/>
                  </a:lnTo>
                  <a:lnTo>
                    <a:pt x="713605" y="920626"/>
                  </a:lnTo>
                  <a:lnTo>
                    <a:pt x="709390" y="962723"/>
                  </a:lnTo>
                  <a:lnTo>
                    <a:pt x="713605" y="1004820"/>
                  </a:lnTo>
                  <a:lnTo>
                    <a:pt x="726249" y="1044320"/>
                  </a:lnTo>
                  <a:lnTo>
                    <a:pt x="1072197" y="1842007"/>
                  </a:lnTo>
                  <a:lnTo>
                    <a:pt x="1092168" y="1876837"/>
                  </a:lnTo>
                  <a:lnTo>
                    <a:pt x="1118552" y="1903602"/>
                  </a:lnTo>
                  <a:lnTo>
                    <a:pt x="786955" y="2668269"/>
                  </a:lnTo>
                  <a:lnTo>
                    <a:pt x="769411" y="2714122"/>
                  </a:lnTo>
                  <a:lnTo>
                    <a:pt x="756880" y="2762295"/>
                  </a:lnTo>
                  <a:lnTo>
                    <a:pt x="749361" y="2812013"/>
                  </a:lnTo>
                  <a:lnTo>
                    <a:pt x="746855" y="2862500"/>
                  </a:lnTo>
                  <a:lnTo>
                    <a:pt x="749361" y="2912981"/>
                  </a:lnTo>
                  <a:lnTo>
                    <a:pt x="756880" y="2962681"/>
                  </a:lnTo>
                  <a:lnTo>
                    <a:pt x="769411" y="3010824"/>
                  </a:lnTo>
                  <a:lnTo>
                    <a:pt x="786955" y="3056636"/>
                  </a:lnTo>
                  <a:lnTo>
                    <a:pt x="1610550" y="4956022"/>
                  </a:lnTo>
                  <a:lnTo>
                    <a:pt x="1635991" y="5005818"/>
                  </a:lnTo>
                  <a:lnTo>
                    <a:pt x="1666114" y="5049317"/>
                  </a:lnTo>
                  <a:lnTo>
                    <a:pt x="1700357" y="5086022"/>
                  </a:lnTo>
                  <a:lnTo>
                    <a:pt x="1738162" y="5115434"/>
                  </a:lnTo>
                  <a:lnTo>
                    <a:pt x="1778968" y="5137059"/>
                  </a:lnTo>
                  <a:lnTo>
                    <a:pt x="1822215" y="5150398"/>
                  </a:lnTo>
                  <a:lnTo>
                    <a:pt x="1867344" y="5154955"/>
                  </a:lnTo>
                  <a:lnTo>
                    <a:pt x="3518090" y="5154955"/>
                  </a:lnTo>
                  <a:lnTo>
                    <a:pt x="3562089" y="5150398"/>
                  </a:lnTo>
                  <a:lnTo>
                    <a:pt x="3604828" y="5137059"/>
                  </a:lnTo>
                  <a:lnTo>
                    <a:pt x="3645500" y="5115434"/>
                  </a:lnTo>
                  <a:lnTo>
                    <a:pt x="3683294" y="5086022"/>
                  </a:lnTo>
                  <a:lnTo>
                    <a:pt x="3717402" y="5049317"/>
                  </a:lnTo>
                  <a:lnTo>
                    <a:pt x="3747017" y="5005818"/>
                  </a:lnTo>
                  <a:lnTo>
                    <a:pt x="3771328" y="4956022"/>
                  </a:lnTo>
                  <a:lnTo>
                    <a:pt x="4598479" y="3056635"/>
                  </a:lnTo>
                  <a:lnTo>
                    <a:pt x="4616023" y="3010824"/>
                  </a:lnTo>
                  <a:lnTo>
                    <a:pt x="4628554" y="2962681"/>
                  </a:lnTo>
                  <a:lnTo>
                    <a:pt x="4636073" y="2912981"/>
                  </a:lnTo>
                  <a:lnTo>
                    <a:pt x="4638579" y="2862500"/>
                  </a:lnTo>
                  <a:lnTo>
                    <a:pt x="4636073" y="2812013"/>
                  </a:lnTo>
                  <a:lnTo>
                    <a:pt x="4628554" y="2762295"/>
                  </a:lnTo>
                  <a:lnTo>
                    <a:pt x="4616023" y="2714122"/>
                  </a:lnTo>
                  <a:lnTo>
                    <a:pt x="4598479" y="2668269"/>
                  </a:lnTo>
                  <a:lnTo>
                    <a:pt x="4270937" y="1916176"/>
                  </a:lnTo>
                  <a:lnTo>
                    <a:pt x="1176972" y="1916176"/>
                  </a:lnTo>
                  <a:lnTo>
                    <a:pt x="1168640" y="1915798"/>
                  </a:lnTo>
                  <a:lnTo>
                    <a:pt x="1160414" y="1914683"/>
                  </a:lnTo>
                  <a:lnTo>
                    <a:pt x="1152308" y="1912854"/>
                  </a:lnTo>
                  <a:lnTo>
                    <a:pt x="1144503" y="1910387"/>
                  </a:lnTo>
                  <a:lnTo>
                    <a:pt x="1125029" y="1899539"/>
                  </a:lnTo>
                  <a:lnTo>
                    <a:pt x="1143698" y="1856739"/>
                  </a:lnTo>
                  <a:lnTo>
                    <a:pt x="1168717" y="1798954"/>
                  </a:lnTo>
                  <a:lnTo>
                    <a:pt x="1131925" y="1758499"/>
                  </a:lnTo>
                  <a:lnTo>
                    <a:pt x="817054" y="1035050"/>
                  </a:lnTo>
                  <a:lnTo>
                    <a:pt x="802100" y="962723"/>
                  </a:lnTo>
                  <a:lnTo>
                    <a:pt x="805838" y="925393"/>
                  </a:lnTo>
                  <a:lnTo>
                    <a:pt x="1123759" y="183261"/>
                  </a:lnTo>
                  <a:lnTo>
                    <a:pt x="1164034" y="129047"/>
                  </a:lnTo>
                  <a:lnTo>
                    <a:pt x="1219263" y="109219"/>
                  </a:lnTo>
                  <a:lnTo>
                    <a:pt x="1990783" y="109219"/>
                  </a:lnTo>
                  <a:lnTo>
                    <a:pt x="1979612" y="83565"/>
                  </a:lnTo>
                  <a:lnTo>
                    <a:pt x="1960252" y="48702"/>
                  </a:lnTo>
                  <a:lnTo>
                    <a:pt x="1934845" y="22399"/>
                  </a:lnTo>
                  <a:lnTo>
                    <a:pt x="1905246" y="5788"/>
                  </a:lnTo>
                  <a:lnTo>
                    <a:pt x="1873313" y="0"/>
                  </a:lnTo>
                  <a:close/>
                </a:path>
                <a:path w="4638675" h="5155565">
                  <a:moveTo>
                    <a:pt x="673671" y="3125216"/>
                  </a:moveTo>
                  <a:lnTo>
                    <a:pt x="272351" y="3125216"/>
                  </a:lnTo>
                  <a:lnTo>
                    <a:pt x="253499" y="3128559"/>
                  </a:lnTo>
                  <a:lnTo>
                    <a:pt x="221559" y="3153344"/>
                  </a:lnTo>
                  <a:lnTo>
                    <a:pt x="9715" y="3635248"/>
                  </a:lnTo>
                  <a:lnTo>
                    <a:pt x="0" y="3682491"/>
                  </a:lnTo>
                  <a:lnTo>
                    <a:pt x="2428" y="3706864"/>
                  </a:lnTo>
                  <a:lnTo>
                    <a:pt x="209994" y="4191380"/>
                  </a:lnTo>
                  <a:lnTo>
                    <a:pt x="236315" y="4226814"/>
                  </a:lnTo>
                  <a:lnTo>
                    <a:pt x="272351" y="4239768"/>
                  </a:lnTo>
                  <a:lnTo>
                    <a:pt x="673671" y="4239768"/>
                  </a:lnTo>
                  <a:lnTo>
                    <a:pt x="724034" y="4211585"/>
                  </a:lnTo>
                  <a:lnTo>
                    <a:pt x="936307" y="3729735"/>
                  </a:lnTo>
                  <a:lnTo>
                    <a:pt x="946118" y="3682491"/>
                  </a:lnTo>
                  <a:lnTo>
                    <a:pt x="943665" y="3658119"/>
                  </a:lnTo>
                  <a:lnTo>
                    <a:pt x="735266" y="3173476"/>
                  </a:lnTo>
                  <a:lnTo>
                    <a:pt x="709326" y="3138154"/>
                  </a:lnTo>
                  <a:lnTo>
                    <a:pt x="673671" y="3125216"/>
                  </a:lnTo>
                  <a:close/>
                </a:path>
                <a:path w="4638675" h="5155565">
                  <a:moveTo>
                    <a:pt x="3518090" y="569976"/>
                  </a:moveTo>
                  <a:lnTo>
                    <a:pt x="2192591" y="569976"/>
                  </a:lnTo>
                  <a:lnTo>
                    <a:pt x="2324036" y="871854"/>
                  </a:lnTo>
                  <a:lnTo>
                    <a:pt x="2336680" y="911353"/>
                  </a:lnTo>
                  <a:lnTo>
                    <a:pt x="2340895" y="953436"/>
                  </a:lnTo>
                  <a:lnTo>
                    <a:pt x="2336680" y="995495"/>
                  </a:lnTo>
                  <a:lnTo>
                    <a:pt x="2323981" y="1035050"/>
                  </a:lnTo>
                  <a:lnTo>
                    <a:pt x="1976691" y="1832610"/>
                  </a:lnTo>
                  <a:lnTo>
                    <a:pt x="1957276" y="1867473"/>
                  </a:lnTo>
                  <a:lnTo>
                    <a:pt x="1902253" y="1910387"/>
                  </a:lnTo>
                  <a:lnTo>
                    <a:pt x="1870265" y="1916176"/>
                  </a:lnTo>
                  <a:lnTo>
                    <a:pt x="4270937" y="1916176"/>
                  </a:lnTo>
                  <a:lnTo>
                    <a:pt x="3771328" y="768985"/>
                  </a:lnTo>
                  <a:lnTo>
                    <a:pt x="3747017" y="719172"/>
                  </a:lnTo>
                  <a:lnTo>
                    <a:pt x="3717402" y="675658"/>
                  </a:lnTo>
                  <a:lnTo>
                    <a:pt x="3683294" y="638939"/>
                  </a:lnTo>
                  <a:lnTo>
                    <a:pt x="3645500" y="609514"/>
                  </a:lnTo>
                  <a:lnTo>
                    <a:pt x="3604828" y="587880"/>
                  </a:lnTo>
                  <a:lnTo>
                    <a:pt x="3562089" y="574535"/>
                  </a:lnTo>
                  <a:lnTo>
                    <a:pt x="3518090" y="569976"/>
                  </a:lnTo>
                  <a:close/>
                </a:path>
                <a:path w="4638675" h="5155565">
                  <a:moveTo>
                    <a:pt x="2097722" y="569976"/>
                  </a:moveTo>
                  <a:lnTo>
                    <a:pt x="1867344" y="569976"/>
                  </a:lnTo>
                  <a:lnTo>
                    <a:pt x="1822215" y="574535"/>
                  </a:lnTo>
                  <a:lnTo>
                    <a:pt x="1778968" y="587880"/>
                  </a:lnTo>
                  <a:lnTo>
                    <a:pt x="1738162" y="609514"/>
                  </a:lnTo>
                  <a:lnTo>
                    <a:pt x="1700357" y="638939"/>
                  </a:lnTo>
                  <a:lnTo>
                    <a:pt x="1666114" y="675658"/>
                  </a:lnTo>
                  <a:lnTo>
                    <a:pt x="1635991" y="719172"/>
                  </a:lnTo>
                  <a:lnTo>
                    <a:pt x="1610550" y="768985"/>
                  </a:lnTo>
                  <a:lnTo>
                    <a:pt x="1179639" y="1762632"/>
                  </a:lnTo>
                  <a:lnTo>
                    <a:pt x="1167574" y="1790700"/>
                  </a:lnTo>
                  <a:lnTo>
                    <a:pt x="1187590" y="1801814"/>
                  </a:lnTo>
                  <a:lnTo>
                    <a:pt x="1194429" y="1804009"/>
                  </a:lnTo>
                  <a:lnTo>
                    <a:pt x="1201626" y="1805638"/>
                  </a:lnTo>
                  <a:lnTo>
                    <a:pt x="1208942" y="1806624"/>
                  </a:lnTo>
                  <a:lnTo>
                    <a:pt x="1216342" y="1806955"/>
                  </a:lnTo>
                  <a:lnTo>
                    <a:pt x="1831022" y="1806955"/>
                  </a:lnTo>
                  <a:lnTo>
                    <a:pt x="1885568" y="1787064"/>
                  </a:lnTo>
                  <a:lnTo>
                    <a:pt x="1925256" y="1732788"/>
                  </a:lnTo>
                  <a:lnTo>
                    <a:pt x="2233231" y="1025651"/>
                  </a:lnTo>
                  <a:lnTo>
                    <a:pt x="2248180" y="953436"/>
                  </a:lnTo>
                  <a:lnTo>
                    <a:pt x="2244447" y="916102"/>
                  </a:lnTo>
                  <a:lnTo>
                    <a:pt x="2233231" y="881126"/>
                  </a:lnTo>
                  <a:lnTo>
                    <a:pt x="2097722" y="569976"/>
                  </a:lnTo>
                  <a:close/>
                </a:path>
                <a:path w="4638675" h="5155565">
                  <a:moveTo>
                    <a:pt x="1990783" y="109219"/>
                  </a:moveTo>
                  <a:lnTo>
                    <a:pt x="1833943" y="109219"/>
                  </a:lnTo>
                  <a:lnTo>
                    <a:pt x="1862294" y="114341"/>
                  </a:lnTo>
                  <a:lnTo>
                    <a:pt x="1888537" y="129047"/>
                  </a:lnTo>
                  <a:lnTo>
                    <a:pt x="1911042" y="152350"/>
                  </a:lnTo>
                  <a:lnTo>
                    <a:pt x="1928177" y="183261"/>
                  </a:lnTo>
                  <a:lnTo>
                    <a:pt x="2092134" y="559688"/>
                  </a:lnTo>
                  <a:lnTo>
                    <a:pt x="2187003" y="559688"/>
                  </a:lnTo>
                  <a:lnTo>
                    <a:pt x="1990783" y="109219"/>
                  </a:lnTo>
                  <a:close/>
                </a:path>
              </a:pathLst>
            </a:custGeom>
            <a:solidFill>
              <a:srgbClr val="7E7E7E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90204" y="3410711"/>
              <a:ext cx="32861" cy="3428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4952" y="1715897"/>
              <a:ext cx="3203448" cy="3426205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277614" y="1253489"/>
            <a:ext cx="247142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Times New Roman"/>
                <a:cs typeface="Times New Roman"/>
              </a:rPr>
              <a:t>TITLE</a:t>
            </a:r>
            <a:r>
              <a:rPr sz="3200" b="1" spc="-100" dirty="0">
                <a:latin typeface="Times New Roman"/>
                <a:cs typeface="Times New Roman"/>
              </a:rPr>
              <a:t> </a:t>
            </a:r>
            <a:r>
              <a:rPr sz="3200" b="1" spc="-25" dirty="0">
                <a:latin typeface="Times New Roman"/>
                <a:cs typeface="Times New Roman"/>
              </a:rPr>
              <a:t>PAGE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470152" y="153161"/>
            <a:ext cx="80835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4" dirty="0">
                <a:solidFill>
                  <a:srgbClr val="1F487C"/>
                </a:solidFill>
              </a:rPr>
              <a:t>SMART</a:t>
            </a:r>
            <a:r>
              <a:rPr sz="4000" spc="-30" dirty="0">
                <a:solidFill>
                  <a:srgbClr val="1F487C"/>
                </a:solidFill>
              </a:rPr>
              <a:t> </a:t>
            </a:r>
            <a:r>
              <a:rPr sz="4000" spc="90" dirty="0">
                <a:solidFill>
                  <a:srgbClr val="1F487C"/>
                </a:solidFill>
              </a:rPr>
              <a:t>INDIA</a:t>
            </a:r>
            <a:r>
              <a:rPr sz="4000" spc="-15" dirty="0">
                <a:solidFill>
                  <a:srgbClr val="1F487C"/>
                </a:solidFill>
              </a:rPr>
              <a:t> </a:t>
            </a:r>
            <a:r>
              <a:rPr sz="4000" dirty="0">
                <a:solidFill>
                  <a:srgbClr val="1F487C"/>
                </a:solidFill>
              </a:rPr>
              <a:t>HACKATHON</a:t>
            </a:r>
            <a:r>
              <a:rPr sz="4000" spc="-30" dirty="0">
                <a:solidFill>
                  <a:srgbClr val="1F487C"/>
                </a:solidFill>
              </a:rPr>
              <a:t> </a:t>
            </a:r>
            <a:r>
              <a:rPr sz="4000" spc="-55" dirty="0">
                <a:solidFill>
                  <a:srgbClr val="1F487C"/>
                </a:solidFill>
              </a:rPr>
              <a:t>2025</a:t>
            </a:r>
            <a:endParaRPr sz="4000"/>
          </a:p>
        </p:txBody>
      </p:sp>
      <p:sp>
        <p:nvSpPr>
          <p:cNvPr id="8" name="object 8"/>
          <p:cNvSpPr txBox="1"/>
          <p:nvPr/>
        </p:nvSpPr>
        <p:spPr>
          <a:xfrm>
            <a:off x="410057" y="2627833"/>
            <a:ext cx="6587490" cy="4139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latin typeface="Arial"/>
                <a:cs typeface="Arial"/>
              </a:rPr>
              <a:t>Problem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Statement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ID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-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 MT"/>
                <a:cs typeface="Arial MT"/>
              </a:rPr>
              <a:t>SIH25137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 dirty="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latin typeface="Arial"/>
                <a:cs typeface="Arial"/>
              </a:rPr>
              <a:t>Problem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Statement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Title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-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Student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innovation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Font typeface="Arial MT"/>
              <a:buChar char="•"/>
            </a:pPr>
            <a:endParaRPr sz="2400" dirty="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latin typeface="Arial"/>
                <a:cs typeface="Arial"/>
              </a:rPr>
              <a:t>Theme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-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 MT"/>
                <a:cs typeface="Arial MT"/>
              </a:rPr>
              <a:t>Travel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&amp;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Tourism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 dirty="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latin typeface="Arial"/>
                <a:cs typeface="Arial"/>
              </a:rPr>
              <a:t>PS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Category-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 MT"/>
                <a:cs typeface="Arial MT"/>
              </a:rPr>
              <a:t>Software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 dirty="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400" b="1" spc="-35" dirty="0">
                <a:latin typeface="Arial"/>
                <a:cs typeface="Arial"/>
              </a:rPr>
              <a:t>Team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ID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-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lang="en-IN" sz="2400" spc="-10" dirty="0">
                <a:latin typeface="Arial MT"/>
                <a:cs typeface="Arial"/>
              </a:rPr>
              <a:t>51299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Font typeface="Arial MT"/>
              <a:buChar char="•"/>
            </a:pPr>
            <a:endParaRPr sz="2400" dirty="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400" b="1" spc="-35" dirty="0">
                <a:latin typeface="Arial"/>
                <a:cs typeface="Arial"/>
              </a:rPr>
              <a:t>Team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Name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lang="en-IN" sz="2400" b="1" dirty="0">
                <a:latin typeface="Arial"/>
                <a:cs typeface="Arial"/>
              </a:rPr>
              <a:t>–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lang="en-IN" sz="2400" spc="-10" dirty="0">
                <a:latin typeface="Arial MT"/>
                <a:cs typeface="Arial MT"/>
              </a:rPr>
              <a:t>Roots &amp; Routes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41356" y="6286"/>
            <a:ext cx="2209164" cy="11228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92873"/>
            <a:ext cx="12192000" cy="365125"/>
            <a:chOff x="0" y="6492873"/>
            <a:chExt cx="12192000" cy="365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515098"/>
              <a:ext cx="12189714" cy="34061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492873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12192000" y="0"/>
                  </a:moveTo>
                  <a:lnTo>
                    <a:pt x="0" y="0"/>
                  </a:lnTo>
                  <a:lnTo>
                    <a:pt x="0" y="365124"/>
                  </a:lnTo>
                  <a:lnTo>
                    <a:pt x="12192000" y="36512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98438" y="587776"/>
            <a:ext cx="26485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IDEA</a:t>
            </a:r>
            <a:r>
              <a:rPr spc="-265" dirty="0"/>
              <a:t> </a:t>
            </a:r>
            <a:r>
              <a:rPr spc="-20" dirty="0"/>
              <a:t>TITLE</a:t>
            </a:r>
          </a:p>
        </p:txBody>
      </p:sp>
      <p:sp>
        <p:nvSpPr>
          <p:cNvPr id="6" name="object 6"/>
          <p:cNvSpPr/>
          <p:nvPr/>
        </p:nvSpPr>
        <p:spPr>
          <a:xfrm>
            <a:off x="329768" y="214884"/>
            <a:ext cx="1252220" cy="807720"/>
          </a:xfrm>
          <a:custGeom>
            <a:avLst/>
            <a:gdLst/>
            <a:ahLst/>
            <a:cxnLst/>
            <a:rect l="l" t="t" r="r" b="b"/>
            <a:pathLst>
              <a:path w="1252220" h="807719">
                <a:moveTo>
                  <a:pt x="0" y="403606"/>
                </a:moveTo>
                <a:lnTo>
                  <a:pt x="10084" y="331062"/>
                </a:lnTo>
                <a:lnTo>
                  <a:pt x="39159" y="262783"/>
                </a:lnTo>
                <a:lnTo>
                  <a:pt x="60266" y="230598"/>
                </a:lnTo>
                <a:lnTo>
                  <a:pt x="85457" y="199907"/>
                </a:lnTo>
                <a:lnTo>
                  <a:pt x="114513" y="170852"/>
                </a:lnTo>
                <a:lnTo>
                  <a:pt x="147211" y="143576"/>
                </a:lnTo>
                <a:lnTo>
                  <a:pt x="183330" y="118221"/>
                </a:lnTo>
                <a:lnTo>
                  <a:pt x="222651" y="94929"/>
                </a:lnTo>
                <a:lnTo>
                  <a:pt x="264952" y="73844"/>
                </a:lnTo>
                <a:lnTo>
                  <a:pt x="310011" y="55108"/>
                </a:lnTo>
                <a:lnTo>
                  <a:pt x="357609" y="38863"/>
                </a:lnTo>
                <a:lnTo>
                  <a:pt x="407523" y="25252"/>
                </a:lnTo>
                <a:lnTo>
                  <a:pt x="459534" y="14418"/>
                </a:lnTo>
                <a:lnTo>
                  <a:pt x="513419" y="6503"/>
                </a:lnTo>
                <a:lnTo>
                  <a:pt x="568959" y="1649"/>
                </a:lnTo>
                <a:lnTo>
                  <a:pt x="625932" y="0"/>
                </a:lnTo>
                <a:lnTo>
                  <a:pt x="682901" y="1649"/>
                </a:lnTo>
                <a:lnTo>
                  <a:pt x="738438" y="6503"/>
                </a:lnTo>
                <a:lnTo>
                  <a:pt x="792323" y="14418"/>
                </a:lnTo>
                <a:lnTo>
                  <a:pt x="844333" y="25252"/>
                </a:lnTo>
                <a:lnTo>
                  <a:pt x="894248" y="38863"/>
                </a:lnTo>
                <a:lnTo>
                  <a:pt x="941847" y="55108"/>
                </a:lnTo>
                <a:lnTo>
                  <a:pt x="986909" y="73844"/>
                </a:lnTo>
                <a:lnTo>
                  <a:pt x="1029212" y="94929"/>
                </a:lnTo>
                <a:lnTo>
                  <a:pt x="1068536" y="118221"/>
                </a:lnTo>
                <a:lnTo>
                  <a:pt x="1104659" y="143576"/>
                </a:lnTo>
                <a:lnTo>
                  <a:pt x="1137361" y="170852"/>
                </a:lnTo>
                <a:lnTo>
                  <a:pt x="1166419" y="199907"/>
                </a:lnTo>
                <a:lnTo>
                  <a:pt x="1191614" y="230598"/>
                </a:lnTo>
                <a:lnTo>
                  <a:pt x="1212723" y="262783"/>
                </a:lnTo>
                <a:lnTo>
                  <a:pt x="1241803" y="331062"/>
                </a:lnTo>
                <a:lnTo>
                  <a:pt x="1251889" y="403606"/>
                </a:lnTo>
                <a:lnTo>
                  <a:pt x="1249331" y="440359"/>
                </a:lnTo>
                <a:lnTo>
                  <a:pt x="1229527" y="510946"/>
                </a:lnTo>
                <a:lnTo>
                  <a:pt x="1191614" y="576692"/>
                </a:lnTo>
                <a:lnTo>
                  <a:pt x="1166419" y="607393"/>
                </a:lnTo>
                <a:lnTo>
                  <a:pt x="1137361" y="636457"/>
                </a:lnTo>
                <a:lnTo>
                  <a:pt x="1104659" y="663741"/>
                </a:lnTo>
                <a:lnTo>
                  <a:pt x="1068536" y="689101"/>
                </a:lnTo>
                <a:lnTo>
                  <a:pt x="1029212" y="712398"/>
                </a:lnTo>
                <a:lnTo>
                  <a:pt x="986909" y="733486"/>
                </a:lnTo>
                <a:lnTo>
                  <a:pt x="941847" y="752225"/>
                </a:lnTo>
                <a:lnTo>
                  <a:pt x="894248" y="768472"/>
                </a:lnTo>
                <a:lnTo>
                  <a:pt x="844333" y="782084"/>
                </a:lnTo>
                <a:lnTo>
                  <a:pt x="792323" y="792919"/>
                </a:lnTo>
                <a:lnTo>
                  <a:pt x="738438" y="800835"/>
                </a:lnTo>
                <a:lnTo>
                  <a:pt x="682901" y="805689"/>
                </a:lnTo>
                <a:lnTo>
                  <a:pt x="625932" y="807339"/>
                </a:lnTo>
                <a:lnTo>
                  <a:pt x="568959" y="805689"/>
                </a:lnTo>
                <a:lnTo>
                  <a:pt x="513419" y="800835"/>
                </a:lnTo>
                <a:lnTo>
                  <a:pt x="459534" y="792919"/>
                </a:lnTo>
                <a:lnTo>
                  <a:pt x="407523" y="782084"/>
                </a:lnTo>
                <a:lnTo>
                  <a:pt x="357609" y="768472"/>
                </a:lnTo>
                <a:lnTo>
                  <a:pt x="310011" y="752225"/>
                </a:lnTo>
                <a:lnTo>
                  <a:pt x="264952" y="733486"/>
                </a:lnTo>
                <a:lnTo>
                  <a:pt x="222651" y="712398"/>
                </a:lnTo>
                <a:lnTo>
                  <a:pt x="183330" y="689102"/>
                </a:lnTo>
                <a:lnTo>
                  <a:pt x="147211" y="663741"/>
                </a:lnTo>
                <a:lnTo>
                  <a:pt x="114513" y="636457"/>
                </a:lnTo>
                <a:lnTo>
                  <a:pt x="85457" y="607393"/>
                </a:lnTo>
                <a:lnTo>
                  <a:pt x="60266" y="576692"/>
                </a:lnTo>
                <a:lnTo>
                  <a:pt x="39159" y="544496"/>
                </a:lnTo>
                <a:lnTo>
                  <a:pt x="10084" y="476187"/>
                </a:lnTo>
                <a:lnTo>
                  <a:pt x="0" y="403606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65767" y="118112"/>
            <a:ext cx="2160343" cy="100081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14908" y="955229"/>
            <a:ext cx="10676890" cy="1618615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2800" dirty="0">
                <a:latin typeface="Times New Roman"/>
                <a:cs typeface="Times New Roman"/>
              </a:rPr>
              <a:t>Idea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overview</a:t>
            </a:r>
            <a:endParaRPr sz="2800" dirty="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109000"/>
              </a:lnSpc>
              <a:spcBef>
                <a:spcPts val="500"/>
              </a:spcBef>
              <a:buFont typeface="Wingdings"/>
              <a:buChar char=""/>
              <a:tabLst>
                <a:tab pos="469900" algn="l"/>
              </a:tabLst>
            </a:pPr>
            <a:r>
              <a:rPr sz="2000" b="1" dirty="0">
                <a:latin typeface="Times New Roman"/>
                <a:cs typeface="Times New Roman"/>
              </a:rPr>
              <a:t>Description: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AI-driven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tourism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platform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integrating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verified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local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guides,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smart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translation,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dirty="0">
                <a:latin typeface="Calibri"/>
                <a:cs typeface="Calibri"/>
              </a:rPr>
              <a:t>authentic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community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experiences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make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India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travel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safer,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inclusive,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globally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competitive.</a:t>
            </a:r>
            <a:endParaRPr sz="20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0"/>
              </a:spcBef>
              <a:buFont typeface="Wingdings"/>
              <a:buChar char=""/>
              <a:tabLst>
                <a:tab pos="469265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Problem-</a:t>
            </a:r>
            <a:r>
              <a:rPr sz="2000" b="1" dirty="0">
                <a:latin typeface="Times New Roman"/>
                <a:cs typeface="Times New Roman"/>
              </a:rPr>
              <a:t>solution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fit: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1950" rIns="0" bIns="0" rtlCol="0">
            <a:spAutoFit/>
          </a:bodyPr>
          <a:lstStyle/>
          <a:p>
            <a:pPr marL="135255">
              <a:lnSpc>
                <a:spcPts val="124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9" name="object 9"/>
          <p:cNvSpPr txBox="1"/>
          <p:nvPr/>
        </p:nvSpPr>
        <p:spPr>
          <a:xfrm>
            <a:off x="972108" y="2541219"/>
            <a:ext cx="5964555" cy="2495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Solves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safety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concerns-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verified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women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guides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&amp;</a:t>
            </a:r>
            <a:endParaRPr sz="1800" dirty="0">
              <a:latin typeface="Calibri"/>
              <a:cs typeface="Calibri"/>
            </a:endParaRPr>
          </a:p>
          <a:p>
            <a:pPr marL="27432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SOS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feature</a:t>
            </a:r>
            <a:endParaRPr sz="1800" dirty="0">
              <a:latin typeface="Calibri"/>
              <a:cs typeface="Calibri"/>
            </a:endParaRPr>
          </a:p>
          <a:p>
            <a:pPr marL="274320" marR="1042035" indent="-262255">
              <a:lnSpc>
                <a:spcPct val="100000"/>
              </a:lnSpc>
              <a:buChar char="•"/>
              <a:tabLst>
                <a:tab pos="274320" algn="l"/>
                <a:tab pos="354965" algn="l"/>
              </a:tabLst>
            </a:pP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Calibri"/>
                <a:cs typeface="Calibri"/>
              </a:rPr>
              <a:t>Removes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language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barriers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Instant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translation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&amp; </a:t>
            </a:r>
            <a:r>
              <a:rPr sz="1800" dirty="0">
                <a:latin typeface="Calibri"/>
                <a:cs typeface="Calibri"/>
              </a:rPr>
              <a:t>localized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UI</a:t>
            </a:r>
            <a:endParaRPr sz="1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800" spc="-10" dirty="0">
                <a:latin typeface="Calibri"/>
                <a:cs typeface="Calibri"/>
              </a:rPr>
              <a:t>Prevents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overcharging-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transparent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pricing,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digital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payments</a:t>
            </a:r>
            <a:endParaRPr sz="1800" dirty="0">
              <a:latin typeface="Calibri"/>
              <a:cs typeface="Calibri"/>
            </a:endParaRPr>
          </a:p>
          <a:p>
            <a:pPr marL="169545" marR="966469" indent="-157480">
              <a:lnSpc>
                <a:spcPct val="100000"/>
              </a:lnSpc>
              <a:buChar char="•"/>
              <a:tabLst>
                <a:tab pos="169545" algn="l"/>
                <a:tab pos="354965" algn="l"/>
              </a:tabLst>
            </a:pP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Calibri"/>
                <a:cs typeface="Calibri"/>
              </a:rPr>
              <a:t>Tackles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booking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challenges-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one-step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platform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for </a:t>
            </a:r>
            <a:r>
              <a:rPr sz="1800" dirty="0">
                <a:latin typeface="Calibri"/>
                <a:cs typeface="Calibri"/>
              </a:rPr>
              <a:t>hotels,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food,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activities.</a:t>
            </a:r>
            <a:endParaRPr sz="1800" dirty="0">
              <a:latin typeface="Calibri"/>
              <a:cs typeface="Calibri"/>
            </a:endParaRPr>
          </a:p>
          <a:p>
            <a:pPr marL="326390" marR="1149985" indent="-314325">
              <a:lnSpc>
                <a:spcPct val="100000"/>
              </a:lnSpc>
              <a:buChar char="•"/>
              <a:tabLst>
                <a:tab pos="326390" algn="l"/>
                <a:tab pos="354965" algn="l"/>
              </a:tabLst>
            </a:pP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Calibri"/>
                <a:cs typeface="Calibri"/>
              </a:rPr>
              <a:t>Involves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local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communities-</a:t>
            </a:r>
            <a:r>
              <a:rPr sz="1800" dirty="0">
                <a:latin typeface="Calibri"/>
                <a:cs typeface="Calibri"/>
              </a:rPr>
              <a:t>artisans,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homestays, </a:t>
            </a:r>
            <a:r>
              <a:rPr sz="1800" dirty="0">
                <a:latin typeface="Calibri"/>
                <a:cs typeface="Calibri"/>
              </a:rPr>
              <a:t>Direct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income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guides.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4908" y="5017134"/>
            <a:ext cx="31635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</a:tabLst>
            </a:pPr>
            <a:r>
              <a:rPr sz="2000" b="1" dirty="0">
                <a:latin typeface="Times New Roman"/>
                <a:cs typeface="Times New Roman"/>
              </a:rPr>
              <a:t>Innovation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&amp;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Uniqueness: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2108" y="5315839"/>
            <a:ext cx="617918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No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middlemen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model-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direct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benefit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locals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Focus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women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empowerment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&amp;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community-</a:t>
            </a:r>
            <a:r>
              <a:rPr sz="1800" b="1" dirty="0">
                <a:latin typeface="Calibri"/>
                <a:cs typeface="Calibri"/>
              </a:rPr>
              <a:t>driven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tourism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800" b="1" spc="-10" dirty="0">
                <a:latin typeface="Calibri"/>
                <a:cs typeface="Calibri"/>
              </a:rPr>
              <a:t>Offline-</a:t>
            </a:r>
            <a:r>
              <a:rPr sz="1800" b="1" dirty="0">
                <a:latin typeface="Calibri"/>
                <a:cs typeface="Calibri"/>
              </a:rPr>
              <a:t>first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design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works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even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remote/rural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areas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0900" y="488310"/>
            <a:ext cx="13779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spc="-10" dirty="0">
                <a:latin typeface="Arial MT"/>
                <a:cs typeface="Arial MT"/>
              </a:rPr>
              <a:t>Roots &amp; Routes</a:t>
            </a:r>
            <a:endParaRPr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0CA66D-D557-FC79-780E-0F1C86FA8019}"/>
              </a:ext>
            </a:extLst>
          </p:cNvPr>
          <p:cNvSpPr/>
          <p:nvPr/>
        </p:nvSpPr>
        <p:spPr>
          <a:xfrm>
            <a:off x="7151293" y="2901884"/>
            <a:ext cx="4735907" cy="27305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B707789-64C8-6C99-7AFD-9BBCC28152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520" y="2941297"/>
            <a:ext cx="4686580" cy="269111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FB0B318-D9AC-B423-E89D-E9CBC4D4A686}"/>
              </a:ext>
            </a:extLst>
          </p:cNvPr>
          <p:cNvSpPr txBox="1"/>
          <p:nvPr/>
        </p:nvSpPr>
        <p:spPr>
          <a:xfrm>
            <a:off x="7047023" y="2442912"/>
            <a:ext cx="15166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Prototype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92873"/>
            <a:ext cx="12192000" cy="365125"/>
            <a:chOff x="0" y="6492873"/>
            <a:chExt cx="12192000" cy="365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515098"/>
              <a:ext cx="12189714" cy="34061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492873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12192000" y="0"/>
                  </a:moveTo>
                  <a:lnTo>
                    <a:pt x="0" y="0"/>
                  </a:lnTo>
                  <a:lnTo>
                    <a:pt x="0" y="365124"/>
                  </a:lnTo>
                  <a:lnTo>
                    <a:pt x="12192000" y="36512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3270">
              <a:lnSpc>
                <a:spcPct val="100000"/>
              </a:lnSpc>
              <a:spcBef>
                <a:spcPts val="100"/>
              </a:spcBef>
            </a:pPr>
            <a:r>
              <a:rPr dirty="0"/>
              <a:t>TECHNICAL</a:t>
            </a:r>
            <a:r>
              <a:rPr spc="-409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6" name="object 6"/>
          <p:cNvSpPr/>
          <p:nvPr/>
        </p:nvSpPr>
        <p:spPr>
          <a:xfrm>
            <a:off x="329768" y="252222"/>
            <a:ext cx="1252220" cy="807720"/>
          </a:xfrm>
          <a:custGeom>
            <a:avLst/>
            <a:gdLst/>
            <a:ahLst/>
            <a:cxnLst/>
            <a:rect l="l" t="t" r="r" b="b"/>
            <a:pathLst>
              <a:path w="1252220" h="807719">
                <a:moveTo>
                  <a:pt x="0" y="403732"/>
                </a:moveTo>
                <a:lnTo>
                  <a:pt x="10084" y="331151"/>
                </a:lnTo>
                <a:lnTo>
                  <a:pt x="39159" y="262842"/>
                </a:lnTo>
                <a:lnTo>
                  <a:pt x="60266" y="230646"/>
                </a:lnTo>
                <a:lnTo>
                  <a:pt x="85457" y="199945"/>
                </a:lnTo>
                <a:lnTo>
                  <a:pt x="114513" y="170881"/>
                </a:lnTo>
                <a:lnTo>
                  <a:pt x="147211" y="143597"/>
                </a:lnTo>
                <a:lnTo>
                  <a:pt x="183330" y="118237"/>
                </a:lnTo>
                <a:lnTo>
                  <a:pt x="222651" y="94940"/>
                </a:lnTo>
                <a:lnTo>
                  <a:pt x="264952" y="73852"/>
                </a:lnTo>
                <a:lnTo>
                  <a:pt x="310011" y="55113"/>
                </a:lnTo>
                <a:lnTo>
                  <a:pt x="357609" y="38866"/>
                </a:lnTo>
                <a:lnTo>
                  <a:pt x="407523" y="25254"/>
                </a:lnTo>
                <a:lnTo>
                  <a:pt x="459534" y="14419"/>
                </a:lnTo>
                <a:lnTo>
                  <a:pt x="513419" y="6503"/>
                </a:lnTo>
                <a:lnTo>
                  <a:pt x="568959" y="1649"/>
                </a:lnTo>
                <a:lnTo>
                  <a:pt x="625932" y="0"/>
                </a:lnTo>
                <a:lnTo>
                  <a:pt x="682901" y="1649"/>
                </a:lnTo>
                <a:lnTo>
                  <a:pt x="738438" y="6503"/>
                </a:lnTo>
                <a:lnTo>
                  <a:pt x="792323" y="14419"/>
                </a:lnTo>
                <a:lnTo>
                  <a:pt x="844333" y="25254"/>
                </a:lnTo>
                <a:lnTo>
                  <a:pt x="894248" y="38866"/>
                </a:lnTo>
                <a:lnTo>
                  <a:pt x="941847" y="55113"/>
                </a:lnTo>
                <a:lnTo>
                  <a:pt x="986909" y="73852"/>
                </a:lnTo>
                <a:lnTo>
                  <a:pt x="1029212" y="94940"/>
                </a:lnTo>
                <a:lnTo>
                  <a:pt x="1068536" y="118236"/>
                </a:lnTo>
                <a:lnTo>
                  <a:pt x="1104659" y="143597"/>
                </a:lnTo>
                <a:lnTo>
                  <a:pt x="1137361" y="170881"/>
                </a:lnTo>
                <a:lnTo>
                  <a:pt x="1166419" y="199945"/>
                </a:lnTo>
                <a:lnTo>
                  <a:pt x="1191614" y="230646"/>
                </a:lnTo>
                <a:lnTo>
                  <a:pt x="1212723" y="262842"/>
                </a:lnTo>
                <a:lnTo>
                  <a:pt x="1241803" y="331151"/>
                </a:lnTo>
                <a:lnTo>
                  <a:pt x="1251889" y="403732"/>
                </a:lnTo>
                <a:lnTo>
                  <a:pt x="1249331" y="440466"/>
                </a:lnTo>
                <a:lnTo>
                  <a:pt x="1229527" y="511020"/>
                </a:lnTo>
                <a:lnTo>
                  <a:pt x="1191614" y="576740"/>
                </a:lnTo>
                <a:lnTo>
                  <a:pt x="1166419" y="607431"/>
                </a:lnTo>
                <a:lnTo>
                  <a:pt x="1137361" y="636486"/>
                </a:lnTo>
                <a:lnTo>
                  <a:pt x="1104659" y="663762"/>
                </a:lnTo>
                <a:lnTo>
                  <a:pt x="1068536" y="689117"/>
                </a:lnTo>
                <a:lnTo>
                  <a:pt x="1029212" y="712409"/>
                </a:lnTo>
                <a:lnTo>
                  <a:pt x="986909" y="733494"/>
                </a:lnTo>
                <a:lnTo>
                  <a:pt x="941847" y="752230"/>
                </a:lnTo>
                <a:lnTo>
                  <a:pt x="894248" y="768475"/>
                </a:lnTo>
                <a:lnTo>
                  <a:pt x="844333" y="782086"/>
                </a:lnTo>
                <a:lnTo>
                  <a:pt x="792323" y="792920"/>
                </a:lnTo>
                <a:lnTo>
                  <a:pt x="738438" y="800835"/>
                </a:lnTo>
                <a:lnTo>
                  <a:pt x="682901" y="805689"/>
                </a:lnTo>
                <a:lnTo>
                  <a:pt x="625932" y="807338"/>
                </a:lnTo>
                <a:lnTo>
                  <a:pt x="568959" y="805689"/>
                </a:lnTo>
                <a:lnTo>
                  <a:pt x="513419" y="800835"/>
                </a:lnTo>
                <a:lnTo>
                  <a:pt x="459534" y="792920"/>
                </a:lnTo>
                <a:lnTo>
                  <a:pt x="407523" y="782086"/>
                </a:lnTo>
                <a:lnTo>
                  <a:pt x="357609" y="768475"/>
                </a:lnTo>
                <a:lnTo>
                  <a:pt x="310011" y="752230"/>
                </a:lnTo>
                <a:lnTo>
                  <a:pt x="264952" y="733494"/>
                </a:lnTo>
                <a:lnTo>
                  <a:pt x="222651" y="712409"/>
                </a:lnTo>
                <a:lnTo>
                  <a:pt x="183330" y="689117"/>
                </a:lnTo>
                <a:lnTo>
                  <a:pt x="147211" y="663762"/>
                </a:lnTo>
                <a:lnTo>
                  <a:pt x="114513" y="636486"/>
                </a:lnTo>
                <a:lnTo>
                  <a:pt x="85457" y="607431"/>
                </a:lnTo>
                <a:lnTo>
                  <a:pt x="60266" y="576740"/>
                </a:lnTo>
                <a:lnTo>
                  <a:pt x="39159" y="544555"/>
                </a:lnTo>
                <a:lnTo>
                  <a:pt x="10084" y="476276"/>
                </a:lnTo>
                <a:lnTo>
                  <a:pt x="0" y="403732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65767" y="118112"/>
            <a:ext cx="2160343" cy="100081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24180" y="533400"/>
            <a:ext cx="125222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spc="-10" dirty="0">
                <a:latin typeface="Arial MT"/>
                <a:cs typeface="Arial MT"/>
              </a:rPr>
              <a:t>Roots &amp; Routes</a:t>
            </a:r>
            <a:endParaRPr sz="1200" dirty="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55667" y="1159273"/>
            <a:ext cx="6824980" cy="77470"/>
            <a:chOff x="455667" y="1159273"/>
            <a:chExt cx="6824980" cy="7747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5667" y="1159273"/>
              <a:ext cx="6824496" cy="7736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89165" y="1179957"/>
              <a:ext cx="6765290" cy="0"/>
            </a:xfrm>
            <a:custGeom>
              <a:avLst/>
              <a:gdLst/>
              <a:ahLst/>
              <a:cxnLst/>
              <a:rect l="l" t="t" r="r" b="b"/>
              <a:pathLst>
                <a:path w="6765290">
                  <a:moveTo>
                    <a:pt x="0" y="0"/>
                  </a:moveTo>
                  <a:lnTo>
                    <a:pt x="6765074" y="0"/>
                  </a:lnTo>
                </a:path>
              </a:pathLst>
            </a:custGeom>
            <a:ln w="12700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88340" y="1368044"/>
            <a:ext cx="14344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latin typeface="Arial"/>
                <a:cs typeface="Arial"/>
              </a:rPr>
              <a:t>Tech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Stack: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15" dirty="0"/>
              <a:t> </a:t>
            </a:r>
            <a:r>
              <a:rPr dirty="0"/>
              <a:t>Idea</a:t>
            </a:r>
            <a:r>
              <a:rPr spc="-25" dirty="0"/>
              <a:t> </a:t>
            </a:r>
            <a:r>
              <a:rPr spc="-10" dirty="0"/>
              <a:t>submission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13" name="object 13"/>
          <p:cNvSpPr txBox="1"/>
          <p:nvPr/>
        </p:nvSpPr>
        <p:spPr>
          <a:xfrm>
            <a:off x="688340" y="1968500"/>
            <a:ext cx="6708140" cy="208172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Calibri"/>
                <a:cs typeface="Calibri"/>
              </a:rPr>
              <a:t>Frontend</a:t>
            </a:r>
            <a:r>
              <a:rPr sz="2000" spc="-10" dirty="0">
                <a:latin typeface="Calibri"/>
                <a:cs typeface="Calibri"/>
              </a:rPr>
              <a:t>: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HTML</a:t>
            </a:r>
            <a:r>
              <a:rPr lang="en-IN" sz="2000" dirty="0">
                <a:latin typeface="Calibri"/>
                <a:cs typeface="Calibri"/>
              </a:rPr>
              <a:t>5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CSS</a:t>
            </a:r>
            <a:r>
              <a:rPr lang="en-IN" sz="2000" dirty="0">
                <a:latin typeface="Calibri"/>
                <a:cs typeface="Calibri"/>
              </a:rPr>
              <a:t>3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JavaScript</a:t>
            </a:r>
            <a:endParaRPr sz="2000" dirty="0">
              <a:latin typeface="Calibri"/>
              <a:cs typeface="Calibri"/>
            </a:endParaRPr>
          </a:p>
          <a:p>
            <a:pPr marL="12700" marR="1634489">
              <a:lnSpc>
                <a:spcPct val="200000"/>
              </a:lnSpc>
            </a:pPr>
            <a:r>
              <a:rPr sz="2000" b="1" dirty="0">
                <a:latin typeface="Calibri"/>
                <a:cs typeface="Calibri"/>
              </a:rPr>
              <a:t>Backend:</a:t>
            </a:r>
            <a:r>
              <a:rPr sz="2000" b="1" spc="-10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next.js</a:t>
            </a:r>
            <a:r>
              <a:rPr lang="en-IN" sz="2000" spc="-10" dirty="0">
                <a:latin typeface="Calibri"/>
                <a:cs typeface="Calibri"/>
              </a:rPr>
              <a:t>, API’s, Json</a:t>
            </a:r>
          </a:p>
          <a:p>
            <a:pPr marL="12700" marR="1634489">
              <a:lnSpc>
                <a:spcPct val="200000"/>
              </a:lnSpc>
            </a:pPr>
            <a:r>
              <a:rPr sz="2000" b="1" spc="-10" dirty="0">
                <a:latin typeface="Calibri"/>
                <a:cs typeface="Calibri"/>
              </a:rPr>
              <a:t>Database:</a:t>
            </a:r>
            <a:r>
              <a:rPr lang="en-IN" sz="2000" b="1" spc="-10" dirty="0">
                <a:latin typeface="Calibri"/>
                <a:cs typeface="Calibri"/>
              </a:rPr>
              <a:t> </a:t>
            </a:r>
            <a:r>
              <a:rPr lang="en-IN" sz="2000" spc="-10" dirty="0" err="1">
                <a:latin typeface="Calibri"/>
                <a:cs typeface="Calibri"/>
              </a:rPr>
              <a:t>ts</a:t>
            </a:r>
            <a:r>
              <a:rPr lang="en-IN" sz="2000" spc="-10" dirty="0">
                <a:latin typeface="Calibri"/>
                <a:cs typeface="Calibri"/>
              </a:rPr>
              <a:t>, mgs, </a:t>
            </a:r>
            <a:r>
              <a:rPr lang="en-IN" sz="2000" spc="-10" dirty="0" err="1">
                <a:latin typeface="Calibri"/>
                <a:cs typeface="Calibri"/>
              </a:rPr>
              <a:t>prisma</a:t>
            </a:r>
            <a:r>
              <a:rPr lang="en-IN" sz="2000" spc="-10" dirty="0">
                <a:latin typeface="Calibri"/>
                <a:cs typeface="Calibri"/>
              </a:rPr>
              <a:t>, Json</a:t>
            </a:r>
          </a:p>
          <a:p>
            <a:pPr marL="12700" marR="1634489">
              <a:lnSpc>
                <a:spcPct val="200000"/>
              </a:lnSpc>
            </a:pPr>
            <a:r>
              <a:rPr sz="2000" b="1" spc="-10" dirty="0">
                <a:latin typeface="Calibri"/>
                <a:cs typeface="Calibri"/>
              </a:rPr>
              <a:t>Tools:</a:t>
            </a:r>
            <a:r>
              <a:rPr lang="en-IN" sz="2000" b="1" spc="-10" dirty="0">
                <a:latin typeface="Calibri"/>
                <a:cs typeface="Calibri"/>
              </a:rPr>
              <a:t> </a:t>
            </a:r>
            <a:r>
              <a:rPr lang="en-IN" sz="2000" spc="-10" dirty="0">
                <a:latin typeface="Calibri"/>
                <a:cs typeface="Calibri"/>
              </a:rPr>
              <a:t>VS code, Figma, Google designs, Python Ai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22570" y="1386966"/>
            <a:ext cx="20739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Calibri"/>
                <a:cs typeface="Calibri"/>
              </a:rPr>
              <a:t>Workflow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Diagram: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E1A6C9F-5115-9898-F821-281A82FC31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1900" y="1371600"/>
            <a:ext cx="3373300" cy="49036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87598"/>
            <a:ext cx="12192000" cy="368300"/>
            <a:chOff x="0" y="6487598"/>
            <a:chExt cx="12192000" cy="368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509005"/>
              <a:ext cx="12189714" cy="34669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487598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12192000" y="0"/>
                  </a:moveTo>
                  <a:lnTo>
                    <a:pt x="0" y="0"/>
                  </a:lnTo>
                  <a:lnTo>
                    <a:pt x="0" y="365125"/>
                  </a:lnTo>
                  <a:lnTo>
                    <a:pt x="12192000" y="36512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21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FEASIBILITY</a:t>
            </a:r>
            <a:r>
              <a:rPr spc="-34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10" dirty="0"/>
              <a:t>VIABILITY</a:t>
            </a:r>
          </a:p>
        </p:txBody>
      </p:sp>
      <p:sp>
        <p:nvSpPr>
          <p:cNvPr id="6" name="object 6"/>
          <p:cNvSpPr/>
          <p:nvPr/>
        </p:nvSpPr>
        <p:spPr>
          <a:xfrm>
            <a:off x="329768" y="252222"/>
            <a:ext cx="1252220" cy="807720"/>
          </a:xfrm>
          <a:custGeom>
            <a:avLst/>
            <a:gdLst/>
            <a:ahLst/>
            <a:cxnLst/>
            <a:rect l="l" t="t" r="r" b="b"/>
            <a:pathLst>
              <a:path w="1252220" h="807719">
                <a:moveTo>
                  <a:pt x="0" y="403732"/>
                </a:moveTo>
                <a:lnTo>
                  <a:pt x="10084" y="331151"/>
                </a:lnTo>
                <a:lnTo>
                  <a:pt x="39159" y="262842"/>
                </a:lnTo>
                <a:lnTo>
                  <a:pt x="60266" y="230646"/>
                </a:lnTo>
                <a:lnTo>
                  <a:pt x="85457" y="199945"/>
                </a:lnTo>
                <a:lnTo>
                  <a:pt x="114513" y="170881"/>
                </a:lnTo>
                <a:lnTo>
                  <a:pt x="147211" y="143597"/>
                </a:lnTo>
                <a:lnTo>
                  <a:pt x="183330" y="118237"/>
                </a:lnTo>
                <a:lnTo>
                  <a:pt x="222651" y="94940"/>
                </a:lnTo>
                <a:lnTo>
                  <a:pt x="264952" y="73852"/>
                </a:lnTo>
                <a:lnTo>
                  <a:pt x="310011" y="55113"/>
                </a:lnTo>
                <a:lnTo>
                  <a:pt x="357609" y="38866"/>
                </a:lnTo>
                <a:lnTo>
                  <a:pt x="407523" y="25254"/>
                </a:lnTo>
                <a:lnTo>
                  <a:pt x="459534" y="14419"/>
                </a:lnTo>
                <a:lnTo>
                  <a:pt x="513419" y="6503"/>
                </a:lnTo>
                <a:lnTo>
                  <a:pt x="568959" y="1649"/>
                </a:lnTo>
                <a:lnTo>
                  <a:pt x="625932" y="0"/>
                </a:lnTo>
                <a:lnTo>
                  <a:pt x="682901" y="1649"/>
                </a:lnTo>
                <a:lnTo>
                  <a:pt x="738438" y="6503"/>
                </a:lnTo>
                <a:lnTo>
                  <a:pt x="792323" y="14419"/>
                </a:lnTo>
                <a:lnTo>
                  <a:pt x="844333" y="25254"/>
                </a:lnTo>
                <a:lnTo>
                  <a:pt x="894248" y="38866"/>
                </a:lnTo>
                <a:lnTo>
                  <a:pt x="941847" y="55113"/>
                </a:lnTo>
                <a:lnTo>
                  <a:pt x="986909" y="73852"/>
                </a:lnTo>
                <a:lnTo>
                  <a:pt x="1029212" y="94940"/>
                </a:lnTo>
                <a:lnTo>
                  <a:pt x="1068536" y="118236"/>
                </a:lnTo>
                <a:lnTo>
                  <a:pt x="1104659" y="143597"/>
                </a:lnTo>
                <a:lnTo>
                  <a:pt x="1137361" y="170881"/>
                </a:lnTo>
                <a:lnTo>
                  <a:pt x="1166419" y="199945"/>
                </a:lnTo>
                <a:lnTo>
                  <a:pt x="1191614" y="230646"/>
                </a:lnTo>
                <a:lnTo>
                  <a:pt x="1212723" y="262842"/>
                </a:lnTo>
                <a:lnTo>
                  <a:pt x="1241803" y="331151"/>
                </a:lnTo>
                <a:lnTo>
                  <a:pt x="1251889" y="403732"/>
                </a:lnTo>
                <a:lnTo>
                  <a:pt x="1249331" y="440466"/>
                </a:lnTo>
                <a:lnTo>
                  <a:pt x="1229527" y="511020"/>
                </a:lnTo>
                <a:lnTo>
                  <a:pt x="1191614" y="576740"/>
                </a:lnTo>
                <a:lnTo>
                  <a:pt x="1166419" y="607431"/>
                </a:lnTo>
                <a:lnTo>
                  <a:pt x="1137361" y="636486"/>
                </a:lnTo>
                <a:lnTo>
                  <a:pt x="1104659" y="663762"/>
                </a:lnTo>
                <a:lnTo>
                  <a:pt x="1068536" y="689117"/>
                </a:lnTo>
                <a:lnTo>
                  <a:pt x="1029212" y="712409"/>
                </a:lnTo>
                <a:lnTo>
                  <a:pt x="986909" y="733494"/>
                </a:lnTo>
                <a:lnTo>
                  <a:pt x="941847" y="752230"/>
                </a:lnTo>
                <a:lnTo>
                  <a:pt x="894248" y="768475"/>
                </a:lnTo>
                <a:lnTo>
                  <a:pt x="844333" y="782086"/>
                </a:lnTo>
                <a:lnTo>
                  <a:pt x="792323" y="792920"/>
                </a:lnTo>
                <a:lnTo>
                  <a:pt x="738438" y="800835"/>
                </a:lnTo>
                <a:lnTo>
                  <a:pt x="682901" y="805689"/>
                </a:lnTo>
                <a:lnTo>
                  <a:pt x="625932" y="807338"/>
                </a:lnTo>
                <a:lnTo>
                  <a:pt x="568959" y="805689"/>
                </a:lnTo>
                <a:lnTo>
                  <a:pt x="513419" y="800835"/>
                </a:lnTo>
                <a:lnTo>
                  <a:pt x="459534" y="792920"/>
                </a:lnTo>
                <a:lnTo>
                  <a:pt x="407523" y="782086"/>
                </a:lnTo>
                <a:lnTo>
                  <a:pt x="357609" y="768475"/>
                </a:lnTo>
                <a:lnTo>
                  <a:pt x="310011" y="752230"/>
                </a:lnTo>
                <a:lnTo>
                  <a:pt x="264952" y="733494"/>
                </a:lnTo>
                <a:lnTo>
                  <a:pt x="222651" y="712409"/>
                </a:lnTo>
                <a:lnTo>
                  <a:pt x="183330" y="689117"/>
                </a:lnTo>
                <a:lnTo>
                  <a:pt x="147211" y="663762"/>
                </a:lnTo>
                <a:lnTo>
                  <a:pt x="114513" y="636486"/>
                </a:lnTo>
                <a:lnTo>
                  <a:pt x="85457" y="607431"/>
                </a:lnTo>
                <a:lnTo>
                  <a:pt x="60266" y="576740"/>
                </a:lnTo>
                <a:lnTo>
                  <a:pt x="39159" y="544555"/>
                </a:lnTo>
                <a:lnTo>
                  <a:pt x="10084" y="476276"/>
                </a:lnTo>
                <a:lnTo>
                  <a:pt x="0" y="403732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65767" y="118112"/>
            <a:ext cx="2160343" cy="1000819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181074" y="1251109"/>
            <a:ext cx="3260090" cy="652780"/>
            <a:chOff x="1181074" y="1251109"/>
            <a:chExt cx="3260090" cy="65278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81074" y="1251109"/>
              <a:ext cx="3259886" cy="65244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205649" y="1260983"/>
              <a:ext cx="3216275" cy="590550"/>
            </a:xfrm>
            <a:custGeom>
              <a:avLst/>
              <a:gdLst/>
              <a:ahLst/>
              <a:cxnLst/>
              <a:rect l="l" t="t" r="r" b="b"/>
              <a:pathLst>
                <a:path w="3216275" h="590550">
                  <a:moveTo>
                    <a:pt x="2808693" y="0"/>
                  </a:moveTo>
                  <a:lnTo>
                    <a:pt x="0" y="0"/>
                  </a:lnTo>
                  <a:lnTo>
                    <a:pt x="407123" y="295147"/>
                  </a:lnTo>
                  <a:lnTo>
                    <a:pt x="0" y="590295"/>
                  </a:lnTo>
                  <a:lnTo>
                    <a:pt x="2808693" y="590295"/>
                  </a:lnTo>
                  <a:lnTo>
                    <a:pt x="3215855" y="295147"/>
                  </a:lnTo>
                  <a:lnTo>
                    <a:pt x="2808693" y="0"/>
                  </a:lnTo>
                  <a:close/>
                </a:path>
              </a:pathLst>
            </a:custGeom>
            <a:solidFill>
              <a:srgbClr val="F875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514826" y="1245047"/>
            <a:ext cx="3124835" cy="663575"/>
            <a:chOff x="7514826" y="1245047"/>
            <a:chExt cx="3124835" cy="66357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14826" y="1245047"/>
              <a:ext cx="3124243" cy="66306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546721" y="1260983"/>
              <a:ext cx="3067685" cy="590550"/>
            </a:xfrm>
            <a:custGeom>
              <a:avLst/>
              <a:gdLst/>
              <a:ahLst/>
              <a:cxnLst/>
              <a:rect l="l" t="t" r="r" b="b"/>
              <a:pathLst>
                <a:path w="3067684" h="590550">
                  <a:moveTo>
                    <a:pt x="3067304" y="0"/>
                  </a:moveTo>
                  <a:lnTo>
                    <a:pt x="407161" y="0"/>
                  </a:lnTo>
                  <a:lnTo>
                    <a:pt x="0" y="295147"/>
                  </a:lnTo>
                  <a:lnTo>
                    <a:pt x="407161" y="590295"/>
                  </a:lnTo>
                  <a:lnTo>
                    <a:pt x="3067304" y="590295"/>
                  </a:lnTo>
                  <a:lnTo>
                    <a:pt x="2660142" y="295147"/>
                  </a:lnTo>
                  <a:lnTo>
                    <a:pt x="3067304" y="0"/>
                  </a:lnTo>
                  <a:close/>
                </a:path>
              </a:pathLst>
            </a:custGeom>
            <a:solidFill>
              <a:srgbClr val="1741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546721" y="1260983"/>
              <a:ext cx="3067685" cy="590550"/>
            </a:xfrm>
            <a:custGeom>
              <a:avLst/>
              <a:gdLst/>
              <a:ahLst/>
              <a:cxnLst/>
              <a:rect l="l" t="t" r="r" b="b"/>
              <a:pathLst>
                <a:path w="3067684" h="590550">
                  <a:moveTo>
                    <a:pt x="3067304" y="590295"/>
                  </a:moveTo>
                  <a:lnTo>
                    <a:pt x="407161" y="590295"/>
                  </a:lnTo>
                  <a:lnTo>
                    <a:pt x="0" y="295147"/>
                  </a:lnTo>
                  <a:lnTo>
                    <a:pt x="407161" y="0"/>
                  </a:lnTo>
                  <a:lnTo>
                    <a:pt x="3067304" y="0"/>
                  </a:lnTo>
                  <a:lnTo>
                    <a:pt x="2660142" y="295147"/>
                  </a:lnTo>
                  <a:lnTo>
                    <a:pt x="3067304" y="590295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90359" y="2293526"/>
            <a:ext cx="4401820" cy="736600"/>
            <a:chOff x="690359" y="2293526"/>
            <a:chExt cx="4401820" cy="736600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0359" y="2293526"/>
              <a:ext cx="4401337" cy="66159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96211" y="2308885"/>
              <a:ext cx="2389632" cy="72082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29030" y="2308352"/>
              <a:ext cx="4329430" cy="590550"/>
            </a:xfrm>
            <a:custGeom>
              <a:avLst/>
              <a:gdLst/>
              <a:ahLst/>
              <a:cxnLst/>
              <a:rect l="l" t="t" r="r" b="b"/>
              <a:pathLst>
                <a:path w="4329430" h="590550">
                  <a:moveTo>
                    <a:pt x="4033977" y="0"/>
                  </a:moveTo>
                  <a:lnTo>
                    <a:pt x="295148" y="0"/>
                  </a:lnTo>
                  <a:lnTo>
                    <a:pt x="247273" y="3861"/>
                  </a:lnTo>
                  <a:lnTo>
                    <a:pt x="201858" y="15040"/>
                  </a:lnTo>
                  <a:lnTo>
                    <a:pt x="159511" y="32932"/>
                  </a:lnTo>
                  <a:lnTo>
                    <a:pt x="120837" y="56928"/>
                  </a:lnTo>
                  <a:lnTo>
                    <a:pt x="86447" y="86423"/>
                  </a:lnTo>
                  <a:lnTo>
                    <a:pt x="56946" y="120810"/>
                  </a:lnTo>
                  <a:lnTo>
                    <a:pt x="32944" y="159483"/>
                  </a:lnTo>
                  <a:lnTo>
                    <a:pt x="15046" y="201834"/>
                  </a:lnTo>
                  <a:lnTo>
                    <a:pt x="3863" y="247258"/>
                  </a:lnTo>
                  <a:lnTo>
                    <a:pt x="0" y="295148"/>
                  </a:lnTo>
                  <a:lnTo>
                    <a:pt x="3863" y="343006"/>
                  </a:lnTo>
                  <a:lnTo>
                    <a:pt x="15046" y="388412"/>
                  </a:lnTo>
                  <a:lnTo>
                    <a:pt x="32944" y="430756"/>
                  </a:lnTo>
                  <a:lnTo>
                    <a:pt x="56946" y="469430"/>
                  </a:lnTo>
                  <a:lnTo>
                    <a:pt x="86447" y="503824"/>
                  </a:lnTo>
                  <a:lnTo>
                    <a:pt x="120837" y="533330"/>
                  </a:lnTo>
                  <a:lnTo>
                    <a:pt x="159511" y="557339"/>
                  </a:lnTo>
                  <a:lnTo>
                    <a:pt x="201858" y="575242"/>
                  </a:lnTo>
                  <a:lnTo>
                    <a:pt x="247273" y="586431"/>
                  </a:lnTo>
                  <a:lnTo>
                    <a:pt x="295148" y="590296"/>
                  </a:lnTo>
                  <a:lnTo>
                    <a:pt x="4033977" y="590296"/>
                  </a:lnTo>
                  <a:lnTo>
                    <a:pt x="4081836" y="586431"/>
                  </a:lnTo>
                  <a:lnTo>
                    <a:pt x="4127241" y="575242"/>
                  </a:lnTo>
                  <a:lnTo>
                    <a:pt x="4169586" y="557339"/>
                  </a:lnTo>
                  <a:lnTo>
                    <a:pt x="4208259" y="533330"/>
                  </a:lnTo>
                  <a:lnTo>
                    <a:pt x="4242654" y="503824"/>
                  </a:lnTo>
                  <a:lnTo>
                    <a:pt x="4272160" y="469430"/>
                  </a:lnTo>
                  <a:lnTo>
                    <a:pt x="4296169" y="430756"/>
                  </a:lnTo>
                  <a:lnTo>
                    <a:pt x="4314072" y="388412"/>
                  </a:lnTo>
                  <a:lnTo>
                    <a:pt x="4325260" y="343006"/>
                  </a:lnTo>
                  <a:lnTo>
                    <a:pt x="4329125" y="295148"/>
                  </a:lnTo>
                  <a:lnTo>
                    <a:pt x="4325260" y="247258"/>
                  </a:lnTo>
                  <a:lnTo>
                    <a:pt x="4314072" y="201834"/>
                  </a:lnTo>
                  <a:lnTo>
                    <a:pt x="4296169" y="159483"/>
                  </a:lnTo>
                  <a:lnTo>
                    <a:pt x="4272160" y="120810"/>
                  </a:lnTo>
                  <a:lnTo>
                    <a:pt x="4242654" y="86423"/>
                  </a:lnTo>
                  <a:lnTo>
                    <a:pt x="4208259" y="56928"/>
                  </a:lnTo>
                  <a:lnTo>
                    <a:pt x="4169586" y="32932"/>
                  </a:lnTo>
                  <a:lnTo>
                    <a:pt x="4127241" y="15040"/>
                  </a:lnTo>
                  <a:lnTo>
                    <a:pt x="4081836" y="3861"/>
                  </a:lnTo>
                  <a:lnTo>
                    <a:pt x="4033977" y="0"/>
                  </a:lnTo>
                  <a:close/>
                </a:path>
              </a:pathLst>
            </a:custGeom>
            <a:solidFill>
              <a:srgbClr val="FF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9030" y="2308352"/>
              <a:ext cx="4329430" cy="590550"/>
            </a:xfrm>
            <a:custGeom>
              <a:avLst/>
              <a:gdLst/>
              <a:ahLst/>
              <a:cxnLst/>
              <a:rect l="l" t="t" r="r" b="b"/>
              <a:pathLst>
                <a:path w="4329430" h="590550">
                  <a:moveTo>
                    <a:pt x="0" y="295148"/>
                  </a:moveTo>
                  <a:lnTo>
                    <a:pt x="3863" y="247258"/>
                  </a:lnTo>
                  <a:lnTo>
                    <a:pt x="15046" y="201834"/>
                  </a:lnTo>
                  <a:lnTo>
                    <a:pt x="32944" y="159483"/>
                  </a:lnTo>
                  <a:lnTo>
                    <a:pt x="56946" y="120810"/>
                  </a:lnTo>
                  <a:lnTo>
                    <a:pt x="86447" y="86423"/>
                  </a:lnTo>
                  <a:lnTo>
                    <a:pt x="120837" y="56928"/>
                  </a:lnTo>
                  <a:lnTo>
                    <a:pt x="159511" y="32932"/>
                  </a:lnTo>
                  <a:lnTo>
                    <a:pt x="201858" y="15040"/>
                  </a:lnTo>
                  <a:lnTo>
                    <a:pt x="247273" y="3861"/>
                  </a:lnTo>
                  <a:lnTo>
                    <a:pt x="295148" y="0"/>
                  </a:lnTo>
                  <a:lnTo>
                    <a:pt x="4033977" y="0"/>
                  </a:lnTo>
                  <a:lnTo>
                    <a:pt x="4081836" y="3861"/>
                  </a:lnTo>
                  <a:lnTo>
                    <a:pt x="4127241" y="15040"/>
                  </a:lnTo>
                  <a:lnTo>
                    <a:pt x="4169586" y="32932"/>
                  </a:lnTo>
                  <a:lnTo>
                    <a:pt x="4208259" y="56928"/>
                  </a:lnTo>
                  <a:lnTo>
                    <a:pt x="4242654" y="86423"/>
                  </a:lnTo>
                  <a:lnTo>
                    <a:pt x="4272160" y="120810"/>
                  </a:lnTo>
                  <a:lnTo>
                    <a:pt x="4296169" y="159483"/>
                  </a:lnTo>
                  <a:lnTo>
                    <a:pt x="4314072" y="201834"/>
                  </a:lnTo>
                  <a:lnTo>
                    <a:pt x="4325260" y="247258"/>
                  </a:lnTo>
                  <a:lnTo>
                    <a:pt x="4329125" y="295148"/>
                  </a:lnTo>
                  <a:lnTo>
                    <a:pt x="4325260" y="343006"/>
                  </a:lnTo>
                  <a:lnTo>
                    <a:pt x="4314072" y="388412"/>
                  </a:lnTo>
                  <a:lnTo>
                    <a:pt x="4296169" y="430756"/>
                  </a:lnTo>
                  <a:lnTo>
                    <a:pt x="4272160" y="469430"/>
                  </a:lnTo>
                  <a:lnTo>
                    <a:pt x="4242654" y="503824"/>
                  </a:lnTo>
                  <a:lnTo>
                    <a:pt x="4208259" y="533330"/>
                  </a:lnTo>
                  <a:lnTo>
                    <a:pt x="4169586" y="557339"/>
                  </a:lnTo>
                  <a:lnTo>
                    <a:pt x="4127241" y="575242"/>
                  </a:lnTo>
                  <a:lnTo>
                    <a:pt x="4081836" y="586431"/>
                  </a:lnTo>
                  <a:lnTo>
                    <a:pt x="4033977" y="590296"/>
                  </a:lnTo>
                  <a:lnTo>
                    <a:pt x="295148" y="590296"/>
                  </a:lnTo>
                  <a:lnTo>
                    <a:pt x="247273" y="586431"/>
                  </a:lnTo>
                  <a:lnTo>
                    <a:pt x="201858" y="575242"/>
                  </a:lnTo>
                  <a:lnTo>
                    <a:pt x="159511" y="557339"/>
                  </a:lnTo>
                  <a:lnTo>
                    <a:pt x="120837" y="533330"/>
                  </a:lnTo>
                  <a:lnTo>
                    <a:pt x="86447" y="503824"/>
                  </a:lnTo>
                  <a:lnTo>
                    <a:pt x="56946" y="469430"/>
                  </a:lnTo>
                  <a:lnTo>
                    <a:pt x="32944" y="430756"/>
                  </a:lnTo>
                  <a:lnTo>
                    <a:pt x="15046" y="388412"/>
                  </a:lnTo>
                  <a:lnTo>
                    <a:pt x="3863" y="343006"/>
                  </a:lnTo>
                  <a:lnTo>
                    <a:pt x="0" y="295148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908810" y="2388489"/>
            <a:ext cx="196786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Safety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concerns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88848" y="2284463"/>
            <a:ext cx="4529455" cy="1494155"/>
            <a:chOff x="688848" y="2284463"/>
            <a:chExt cx="4529455" cy="1494155"/>
          </a:xfrm>
        </p:grpSpPr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8848" y="2284463"/>
              <a:ext cx="650773" cy="67971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6968" y="2308351"/>
              <a:ext cx="559447" cy="59029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36968" y="2308351"/>
              <a:ext cx="560070" cy="590550"/>
            </a:xfrm>
            <a:custGeom>
              <a:avLst/>
              <a:gdLst/>
              <a:ahLst/>
              <a:cxnLst/>
              <a:rect l="l" t="t" r="r" b="b"/>
              <a:pathLst>
                <a:path w="560069" h="590550">
                  <a:moveTo>
                    <a:pt x="0" y="295148"/>
                  </a:moveTo>
                  <a:lnTo>
                    <a:pt x="3660" y="247258"/>
                  </a:lnTo>
                  <a:lnTo>
                    <a:pt x="14258" y="201834"/>
                  </a:lnTo>
                  <a:lnTo>
                    <a:pt x="31218" y="159483"/>
                  </a:lnTo>
                  <a:lnTo>
                    <a:pt x="53964" y="120810"/>
                  </a:lnTo>
                  <a:lnTo>
                    <a:pt x="81919" y="86423"/>
                  </a:lnTo>
                  <a:lnTo>
                    <a:pt x="114509" y="56928"/>
                  </a:lnTo>
                  <a:lnTo>
                    <a:pt x="151157" y="32932"/>
                  </a:lnTo>
                  <a:lnTo>
                    <a:pt x="191287" y="15040"/>
                  </a:lnTo>
                  <a:lnTo>
                    <a:pt x="234324" y="3861"/>
                  </a:lnTo>
                  <a:lnTo>
                    <a:pt x="279692" y="0"/>
                  </a:lnTo>
                  <a:lnTo>
                    <a:pt x="325061" y="3861"/>
                  </a:lnTo>
                  <a:lnTo>
                    <a:pt x="368103" y="15040"/>
                  </a:lnTo>
                  <a:lnTo>
                    <a:pt x="408240" y="32932"/>
                  </a:lnTo>
                  <a:lnTo>
                    <a:pt x="444897" y="56928"/>
                  </a:lnTo>
                  <a:lnTo>
                    <a:pt x="477496" y="86423"/>
                  </a:lnTo>
                  <a:lnTo>
                    <a:pt x="505461" y="120810"/>
                  </a:lnTo>
                  <a:lnTo>
                    <a:pt x="528215" y="159483"/>
                  </a:lnTo>
                  <a:lnTo>
                    <a:pt x="545182" y="201834"/>
                  </a:lnTo>
                  <a:lnTo>
                    <a:pt x="555785" y="247258"/>
                  </a:lnTo>
                  <a:lnTo>
                    <a:pt x="559447" y="295148"/>
                  </a:lnTo>
                  <a:lnTo>
                    <a:pt x="555785" y="343006"/>
                  </a:lnTo>
                  <a:lnTo>
                    <a:pt x="545182" y="388412"/>
                  </a:lnTo>
                  <a:lnTo>
                    <a:pt x="528215" y="430756"/>
                  </a:lnTo>
                  <a:lnTo>
                    <a:pt x="505461" y="469430"/>
                  </a:lnTo>
                  <a:lnTo>
                    <a:pt x="477496" y="503824"/>
                  </a:lnTo>
                  <a:lnTo>
                    <a:pt x="444897" y="533330"/>
                  </a:lnTo>
                  <a:lnTo>
                    <a:pt x="408240" y="557339"/>
                  </a:lnTo>
                  <a:lnTo>
                    <a:pt x="368103" y="575242"/>
                  </a:lnTo>
                  <a:lnTo>
                    <a:pt x="325061" y="586431"/>
                  </a:lnTo>
                  <a:lnTo>
                    <a:pt x="279692" y="590296"/>
                  </a:lnTo>
                  <a:lnTo>
                    <a:pt x="234324" y="586431"/>
                  </a:lnTo>
                  <a:lnTo>
                    <a:pt x="191287" y="575242"/>
                  </a:lnTo>
                  <a:lnTo>
                    <a:pt x="151157" y="557339"/>
                  </a:lnTo>
                  <a:lnTo>
                    <a:pt x="114509" y="533330"/>
                  </a:lnTo>
                  <a:lnTo>
                    <a:pt x="81919" y="503824"/>
                  </a:lnTo>
                  <a:lnTo>
                    <a:pt x="53964" y="469430"/>
                  </a:lnTo>
                  <a:lnTo>
                    <a:pt x="31218" y="430756"/>
                  </a:lnTo>
                  <a:lnTo>
                    <a:pt x="14258" y="388412"/>
                  </a:lnTo>
                  <a:lnTo>
                    <a:pt x="3660" y="343006"/>
                  </a:lnTo>
                  <a:lnTo>
                    <a:pt x="0" y="295148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0859" y="3040319"/>
              <a:ext cx="4337329" cy="66306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63752" y="3057169"/>
              <a:ext cx="3970020" cy="72082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918908" y="3056000"/>
              <a:ext cx="4265930" cy="590550"/>
            </a:xfrm>
            <a:custGeom>
              <a:avLst/>
              <a:gdLst/>
              <a:ahLst/>
              <a:cxnLst/>
              <a:rect l="l" t="t" r="r" b="b"/>
              <a:pathLst>
                <a:path w="4265930" h="590550">
                  <a:moveTo>
                    <a:pt x="3970337" y="0"/>
                  </a:moveTo>
                  <a:lnTo>
                    <a:pt x="295147" y="0"/>
                  </a:lnTo>
                  <a:lnTo>
                    <a:pt x="247273" y="3864"/>
                  </a:lnTo>
                  <a:lnTo>
                    <a:pt x="201858" y="15053"/>
                  </a:lnTo>
                  <a:lnTo>
                    <a:pt x="159511" y="32956"/>
                  </a:lnTo>
                  <a:lnTo>
                    <a:pt x="120837" y="56965"/>
                  </a:lnTo>
                  <a:lnTo>
                    <a:pt x="86447" y="86471"/>
                  </a:lnTo>
                  <a:lnTo>
                    <a:pt x="56946" y="120865"/>
                  </a:lnTo>
                  <a:lnTo>
                    <a:pt x="32944" y="159539"/>
                  </a:lnTo>
                  <a:lnTo>
                    <a:pt x="15046" y="201883"/>
                  </a:lnTo>
                  <a:lnTo>
                    <a:pt x="3863" y="247289"/>
                  </a:lnTo>
                  <a:lnTo>
                    <a:pt x="0" y="295148"/>
                  </a:lnTo>
                  <a:lnTo>
                    <a:pt x="3863" y="343037"/>
                  </a:lnTo>
                  <a:lnTo>
                    <a:pt x="15046" y="388461"/>
                  </a:lnTo>
                  <a:lnTo>
                    <a:pt x="32944" y="430812"/>
                  </a:lnTo>
                  <a:lnTo>
                    <a:pt x="56946" y="469485"/>
                  </a:lnTo>
                  <a:lnTo>
                    <a:pt x="86447" y="503872"/>
                  </a:lnTo>
                  <a:lnTo>
                    <a:pt x="120837" y="533367"/>
                  </a:lnTo>
                  <a:lnTo>
                    <a:pt x="159511" y="557363"/>
                  </a:lnTo>
                  <a:lnTo>
                    <a:pt x="201858" y="575255"/>
                  </a:lnTo>
                  <a:lnTo>
                    <a:pt x="247273" y="586434"/>
                  </a:lnTo>
                  <a:lnTo>
                    <a:pt x="295147" y="590296"/>
                  </a:lnTo>
                  <a:lnTo>
                    <a:pt x="3970337" y="590296"/>
                  </a:lnTo>
                  <a:lnTo>
                    <a:pt x="4018227" y="586434"/>
                  </a:lnTo>
                  <a:lnTo>
                    <a:pt x="4063651" y="575255"/>
                  </a:lnTo>
                  <a:lnTo>
                    <a:pt x="4106002" y="557363"/>
                  </a:lnTo>
                  <a:lnTo>
                    <a:pt x="4144674" y="533367"/>
                  </a:lnTo>
                  <a:lnTo>
                    <a:pt x="4179061" y="503872"/>
                  </a:lnTo>
                  <a:lnTo>
                    <a:pt x="4208556" y="469485"/>
                  </a:lnTo>
                  <a:lnTo>
                    <a:pt x="4232553" y="430812"/>
                  </a:lnTo>
                  <a:lnTo>
                    <a:pt x="4250444" y="388461"/>
                  </a:lnTo>
                  <a:lnTo>
                    <a:pt x="4261624" y="343037"/>
                  </a:lnTo>
                  <a:lnTo>
                    <a:pt x="4265485" y="295148"/>
                  </a:lnTo>
                  <a:lnTo>
                    <a:pt x="4261624" y="247289"/>
                  </a:lnTo>
                  <a:lnTo>
                    <a:pt x="4250444" y="201883"/>
                  </a:lnTo>
                  <a:lnTo>
                    <a:pt x="4232553" y="159539"/>
                  </a:lnTo>
                  <a:lnTo>
                    <a:pt x="4208556" y="120865"/>
                  </a:lnTo>
                  <a:lnTo>
                    <a:pt x="4179062" y="86471"/>
                  </a:lnTo>
                  <a:lnTo>
                    <a:pt x="4144674" y="56965"/>
                  </a:lnTo>
                  <a:lnTo>
                    <a:pt x="4106002" y="32956"/>
                  </a:lnTo>
                  <a:lnTo>
                    <a:pt x="4063651" y="15053"/>
                  </a:lnTo>
                  <a:lnTo>
                    <a:pt x="4018227" y="3864"/>
                  </a:lnTo>
                  <a:lnTo>
                    <a:pt x="3970337" y="0"/>
                  </a:lnTo>
                  <a:close/>
                </a:path>
              </a:pathLst>
            </a:custGeom>
            <a:solidFill>
              <a:srgbClr val="FF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18908" y="3056000"/>
              <a:ext cx="4265930" cy="590550"/>
            </a:xfrm>
            <a:custGeom>
              <a:avLst/>
              <a:gdLst/>
              <a:ahLst/>
              <a:cxnLst/>
              <a:rect l="l" t="t" r="r" b="b"/>
              <a:pathLst>
                <a:path w="4265930" h="590550">
                  <a:moveTo>
                    <a:pt x="0" y="295148"/>
                  </a:moveTo>
                  <a:lnTo>
                    <a:pt x="3863" y="247289"/>
                  </a:lnTo>
                  <a:lnTo>
                    <a:pt x="15046" y="201883"/>
                  </a:lnTo>
                  <a:lnTo>
                    <a:pt x="32944" y="159539"/>
                  </a:lnTo>
                  <a:lnTo>
                    <a:pt x="56946" y="120865"/>
                  </a:lnTo>
                  <a:lnTo>
                    <a:pt x="86447" y="86471"/>
                  </a:lnTo>
                  <a:lnTo>
                    <a:pt x="120837" y="56965"/>
                  </a:lnTo>
                  <a:lnTo>
                    <a:pt x="159511" y="32956"/>
                  </a:lnTo>
                  <a:lnTo>
                    <a:pt x="201858" y="15053"/>
                  </a:lnTo>
                  <a:lnTo>
                    <a:pt x="247273" y="3864"/>
                  </a:lnTo>
                  <a:lnTo>
                    <a:pt x="295147" y="0"/>
                  </a:lnTo>
                  <a:lnTo>
                    <a:pt x="3970337" y="0"/>
                  </a:lnTo>
                  <a:lnTo>
                    <a:pt x="4018227" y="3864"/>
                  </a:lnTo>
                  <a:lnTo>
                    <a:pt x="4063651" y="15053"/>
                  </a:lnTo>
                  <a:lnTo>
                    <a:pt x="4106002" y="32956"/>
                  </a:lnTo>
                  <a:lnTo>
                    <a:pt x="4144674" y="56965"/>
                  </a:lnTo>
                  <a:lnTo>
                    <a:pt x="4179062" y="86471"/>
                  </a:lnTo>
                  <a:lnTo>
                    <a:pt x="4208556" y="120865"/>
                  </a:lnTo>
                  <a:lnTo>
                    <a:pt x="4232553" y="159539"/>
                  </a:lnTo>
                  <a:lnTo>
                    <a:pt x="4250444" y="201883"/>
                  </a:lnTo>
                  <a:lnTo>
                    <a:pt x="4261624" y="247289"/>
                  </a:lnTo>
                  <a:lnTo>
                    <a:pt x="4265485" y="295148"/>
                  </a:lnTo>
                  <a:lnTo>
                    <a:pt x="4261624" y="343037"/>
                  </a:lnTo>
                  <a:lnTo>
                    <a:pt x="4250444" y="388461"/>
                  </a:lnTo>
                  <a:lnTo>
                    <a:pt x="4232553" y="430812"/>
                  </a:lnTo>
                  <a:lnTo>
                    <a:pt x="4208556" y="469485"/>
                  </a:lnTo>
                  <a:lnTo>
                    <a:pt x="4179061" y="503872"/>
                  </a:lnTo>
                  <a:lnTo>
                    <a:pt x="4144674" y="533367"/>
                  </a:lnTo>
                  <a:lnTo>
                    <a:pt x="4106002" y="557363"/>
                  </a:lnTo>
                  <a:lnTo>
                    <a:pt x="4063651" y="575255"/>
                  </a:lnTo>
                  <a:lnTo>
                    <a:pt x="4018227" y="586434"/>
                  </a:lnTo>
                  <a:lnTo>
                    <a:pt x="3970337" y="590296"/>
                  </a:lnTo>
                  <a:lnTo>
                    <a:pt x="295147" y="590296"/>
                  </a:lnTo>
                  <a:lnTo>
                    <a:pt x="247273" y="586434"/>
                  </a:lnTo>
                  <a:lnTo>
                    <a:pt x="201858" y="575255"/>
                  </a:lnTo>
                  <a:lnTo>
                    <a:pt x="159511" y="557363"/>
                  </a:lnTo>
                  <a:lnTo>
                    <a:pt x="120837" y="533367"/>
                  </a:lnTo>
                  <a:lnTo>
                    <a:pt x="86447" y="503872"/>
                  </a:lnTo>
                  <a:lnTo>
                    <a:pt x="56946" y="469485"/>
                  </a:lnTo>
                  <a:lnTo>
                    <a:pt x="32944" y="430812"/>
                  </a:lnTo>
                  <a:lnTo>
                    <a:pt x="15046" y="388461"/>
                  </a:lnTo>
                  <a:lnTo>
                    <a:pt x="3863" y="343037"/>
                  </a:lnTo>
                  <a:lnTo>
                    <a:pt x="0" y="295148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740651" y="3837338"/>
            <a:ext cx="4401820" cy="736600"/>
            <a:chOff x="740651" y="3837338"/>
            <a:chExt cx="4401820" cy="736600"/>
          </a:xfrm>
        </p:grpSpPr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0651" y="3837338"/>
              <a:ext cx="4401337" cy="66159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34795" y="3852697"/>
              <a:ext cx="4018788" cy="72082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79487" y="3852291"/>
              <a:ext cx="4329430" cy="590550"/>
            </a:xfrm>
            <a:custGeom>
              <a:avLst/>
              <a:gdLst/>
              <a:ahLst/>
              <a:cxnLst/>
              <a:rect l="l" t="t" r="r" b="b"/>
              <a:pathLst>
                <a:path w="4329430" h="590550">
                  <a:moveTo>
                    <a:pt x="4033939" y="0"/>
                  </a:moveTo>
                  <a:lnTo>
                    <a:pt x="295148" y="0"/>
                  </a:lnTo>
                  <a:lnTo>
                    <a:pt x="247273" y="3861"/>
                  </a:lnTo>
                  <a:lnTo>
                    <a:pt x="201858" y="15040"/>
                  </a:lnTo>
                  <a:lnTo>
                    <a:pt x="159511" y="32932"/>
                  </a:lnTo>
                  <a:lnTo>
                    <a:pt x="120837" y="56928"/>
                  </a:lnTo>
                  <a:lnTo>
                    <a:pt x="86447" y="86423"/>
                  </a:lnTo>
                  <a:lnTo>
                    <a:pt x="56946" y="120810"/>
                  </a:lnTo>
                  <a:lnTo>
                    <a:pt x="32944" y="159483"/>
                  </a:lnTo>
                  <a:lnTo>
                    <a:pt x="15046" y="201834"/>
                  </a:lnTo>
                  <a:lnTo>
                    <a:pt x="3863" y="247258"/>
                  </a:lnTo>
                  <a:lnTo>
                    <a:pt x="0" y="295147"/>
                  </a:lnTo>
                  <a:lnTo>
                    <a:pt x="3863" y="343006"/>
                  </a:lnTo>
                  <a:lnTo>
                    <a:pt x="15046" y="388412"/>
                  </a:lnTo>
                  <a:lnTo>
                    <a:pt x="32944" y="430756"/>
                  </a:lnTo>
                  <a:lnTo>
                    <a:pt x="56946" y="469430"/>
                  </a:lnTo>
                  <a:lnTo>
                    <a:pt x="86447" y="503824"/>
                  </a:lnTo>
                  <a:lnTo>
                    <a:pt x="120837" y="533330"/>
                  </a:lnTo>
                  <a:lnTo>
                    <a:pt x="159511" y="557339"/>
                  </a:lnTo>
                  <a:lnTo>
                    <a:pt x="201858" y="575242"/>
                  </a:lnTo>
                  <a:lnTo>
                    <a:pt x="247273" y="586431"/>
                  </a:lnTo>
                  <a:lnTo>
                    <a:pt x="295148" y="590295"/>
                  </a:lnTo>
                  <a:lnTo>
                    <a:pt x="4033939" y="590295"/>
                  </a:lnTo>
                  <a:lnTo>
                    <a:pt x="4081828" y="586431"/>
                  </a:lnTo>
                  <a:lnTo>
                    <a:pt x="4127252" y="575242"/>
                  </a:lnTo>
                  <a:lnTo>
                    <a:pt x="4169604" y="557339"/>
                  </a:lnTo>
                  <a:lnTo>
                    <a:pt x="4208276" y="533330"/>
                  </a:lnTo>
                  <a:lnTo>
                    <a:pt x="4242663" y="503824"/>
                  </a:lnTo>
                  <a:lnTo>
                    <a:pt x="4272158" y="469430"/>
                  </a:lnTo>
                  <a:lnTo>
                    <a:pt x="4296154" y="430756"/>
                  </a:lnTo>
                  <a:lnTo>
                    <a:pt x="4314046" y="388412"/>
                  </a:lnTo>
                  <a:lnTo>
                    <a:pt x="4325225" y="343006"/>
                  </a:lnTo>
                  <a:lnTo>
                    <a:pt x="4329087" y="295147"/>
                  </a:lnTo>
                  <a:lnTo>
                    <a:pt x="4325225" y="247258"/>
                  </a:lnTo>
                  <a:lnTo>
                    <a:pt x="4314046" y="201834"/>
                  </a:lnTo>
                  <a:lnTo>
                    <a:pt x="4296154" y="159483"/>
                  </a:lnTo>
                  <a:lnTo>
                    <a:pt x="4272158" y="120810"/>
                  </a:lnTo>
                  <a:lnTo>
                    <a:pt x="4242663" y="86423"/>
                  </a:lnTo>
                  <a:lnTo>
                    <a:pt x="4208276" y="56928"/>
                  </a:lnTo>
                  <a:lnTo>
                    <a:pt x="4169604" y="32932"/>
                  </a:lnTo>
                  <a:lnTo>
                    <a:pt x="4127252" y="15040"/>
                  </a:lnTo>
                  <a:lnTo>
                    <a:pt x="4081828" y="3861"/>
                  </a:lnTo>
                  <a:lnTo>
                    <a:pt x="4033939" y="0"/>
                  </a:lnTo>
                  <a:close/>
                </a:path>
              </a:pathLst>
            </a:custGeom>
            <a:solidFill>
              <a:srgbClr val="FF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79487" y="3852291"/>
              <a:ext cx="4329430" cy="590550"/>
            </a:xfrm>
            <a:custGeom>
              <a:avLst/>
              <a:gdLst/>
              <a:ahLst/>
              <a:cxnLst/>
              <a:rect l="l" t="t" r="r" b="b"/>
              <a:pathLst>
                <a:path w="4329430" h="590550">
                  <a:moveTo>
                    <a:pt x="0" y="295147"/>
                  </a:moveTo>
                  <a:lnTo>
                    <a:pt x="3863" y="247258"/>
                  </a:lnTo>
                  <a:lnTo>
                    <a:pt x="15046" y="201834"/>
                  </a:lnTo>
                  <a:lnTo>
                    <a:pt x="32944" y="159483"/>
                  </a:lnTo>
                  <a:lnTo>
                    <a:pt x="56946" y="120810"/>
                  </a:lnTo>
                  <a:lnTo>
                    <a:pt x="86447" y="86423"/>
                  </a:lnTo>
                  <a:lnTo>
                    <a:pt x="120837" y="56928"/>
                  </a:lnTo>
                  <a:lnTo>
                    <a:pt x="159511" y="32932"/>
                  </a:lnTo>
                  <a:lnTo>
                    <a:pt x="201858" y="15040"/>
                  </a:lnTo>
                  <a:lnTo>
                    <a:pt x="247273" y="3861"/>
                  </a:lnTo>
                  <a:lnTo>
                    <a:pt x="295148" y="0"/>
                  </a:lnTo>
                  <a:lnTo>
                    <a:pt x="4033939" y="0"/>
                  </a:lnTo>
                  <a:lnTo>
                    <a:pt x="4081828" y="3861"/>
                  </a:lnTo>
                  <a:lnTo>
                    <a:pt x="4127252" y="15040"/>
                  </a:lnTo>
                  <a:lnTo>
                    <a:pt x="4169604" y="32932"/>
                  </a:lnTo>
                  <a:lnTo>
                    <a:pt x="4208276" y="56928"/>
                  </a:lnTo>
                  <a:lnTo>
                    <a:pt x="4242663" y="86423"/>
                  </a:lnTo>
                  <a:lnTo>
                    <a:pt x="4272158" y="120810"/>
                  </a:lnTo>
                  <a:lnTo>
                    <a:pt x="4296154" y="159483"/>
                  </a:lnTo>
                  <a:lnTo>
                    <a:pt x="4314046" y="201834"/>
                  </a:lnTo>
                  <a:lnTo>
                    <a:pt x="4325225" y="247258"/>
                  </a:lnTo>
                  <a:lnTo>
                    <a:pt x="4329087" y="295147"/>
                  </a:lnTo>
                  <a:lnTo>
                    <a:pt x="4325225" y="343006"/>
                  </a:lnTo>
                  <a:lnTo>
                    <a:pt x="4314046" y="388412"/>
                  </a:lnTo>
                  <a:lnTo>
                    <a:pt x="4296154" y="430756"/>
                  </a:lnTo>
                  <a:lnTo>
                    <a:pt x="4272158" y="469430"/>
                  </a:lnTo>
                  <a:lnTo>
                    <a:pt x="4242663" y="503824"/>
                  </a:lnTo>
                  <a:lnTo>
                    <a:pt x="4208276" y="533330"/>
                  </a:lnTo>
                  <a:lnTo>
                    <a:pt x="4169604" y="557339"/>
                  </a:lnTo>
                  <a:lnTo>
                    <a:pt x="4127252" y="575242"/>
                  </a:lnTo>
                  <a:lnTo>
                    <a:pt x="4081828" y="586431"/>
                  </a:lnTo>
                  <a:lnTo>
                    <a:pt x="4033939" y="590295"/>
                  </a:lnTo>
                  <a:lnTo>
                    <a:pt x="295148" y="590295"/>
                  </a:lnTo>
                  <a:lnTo>
                    <a:pt x="247273" y="586431"/>
                  </a:lnTo>
                  <a:lnTo>
                    <a:pt x="201858" y="575242"/>
                  </a:lnTo>
                  <a:lnTo>
                    <a:pt x="159511" y="557339"/>
                  </a:lnTo>
                  <a:lnTo>
                    <a:pt x="120837" y="533330"/>
                  </a:lnTo>
                  <a:lnTo>
                    <a:pt x="86447" y="503824"/>
                  </a:lnTo>
                  <a:lnTo>
                    <a:pt x="56946" y="469430"/>
                  </a:lnTo>
                  <a:lnTo>
                    <a:pt x="32944" y="430756"/>
                  </a:lnTo>
                  <a:lnTo>
                    <a:pt x="15046" y="388412"/>
                  </a:lnTo>
                  <a:lnTo>
                    <a:pt x="3863" y="343006"/>
                  </a:lnTo>
                  <a:lnTo>
                    <a:pt x="0" y="295147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247343" y="3932935"/>
            <a:ext cx="3598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libri"/>
                <a:cs typeface="Calibri"/>
              </a:rPr>
              <a:t>Vendor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scams&amp;Overcharging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70559" y="3828275"/>
            <a:ext cx="4427855" cy="1534795"/>
            <a:chOff x="670559" y="3828275"/>
            <a:chExt cx="4427855" cy="1534795"/>
          </a:xfrm>
        </p:grpSpPr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0559" y="3828275"/>
              <a:ext cx="649249" cy="67971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7778" y="3852290"/>
              <a:ext cx="559333" cy="590295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717778" y="3852290"/>
              <a:ext cx="559435" cy="590550"/>
            </a:xfrm>
            <a:custGeom>
              <a:avLst/>
              <a:gdLst/>
              <a:ahLst/>
              <a:cxnLst/>
              <a:rect l="l" t="t" r="r" b="b"/>
              <a:pathLst>
                <a:path w="559435" h="590550">
                  <a:moveTo>
                    <a:pt x="0" y="295147"/>
                  </a:moveTo>
                  <a:lnTo>
                    <a:pt x="3660" y="247258"/>
                  </a:lnTo>
                  <a:lnTo>
                    <a:pt x="14258" y="201834"/>
                  </a:lnTo>
                  <a:lnTo>
                    <a:pt x="31218" y="159483"/>
                  </a:lnTo>
                  <a:lnTo>
                    <a:pt x="53964" y="120810"/>
                  </a:lnTo>
                  <a:lnTo>
                    <a:pt x="81919" y="86423"/>
                  </a:lnTo>
                  <a:lnTo>
                    <a:pt x="114509" y="56928"/>
                  </a:lnTo>
                  <a:lnTo>
                    <a:pt x="151157" y="32932"/>
                  </a:lnTo>
                  <a:lnTo>
                    <a:pt x="191287" y="15040"/>
                  </a:lnTo>
                  <a:lnTo>
                    <a:pt x="234324" y="3861"/>
                  </a:lnTo>
                  <a:lnTo>
                    <a:pt x="279692" y="0"/>
                  </a:lnTo>
                  <a:lnTo>
                    <a:pt x="325058" y="3861"/>
                  </a:lnTo>
                  <a:lnTo>
                    <a:pt x="368091" y="15040"/>
                  </a:lnTo>
                  <a:lnTo>
                    <a:pt x="408215" y="32932"/>
                  </a:lnTo>
                  <a:lnTo>
                    <a:pt x="444856" y="56928"/>
                  </a:lnTo>
                  <a:lnTo>
                    <a:pt x="477439" y="86423"/>
                  </a:lnTo>
                  <a:lnTo>
                    <a:pt x="505387" y="120810"/>
                  </a:lnTo>
                  <a:lnTo>
                    <a:pt x="528125" y="159483"/>
                  </a:lnTo>
                  <a:lnTo>
                    <a:pt x="545079" y="201834"/>
                  </a:lnTo>
                  <a:lnTo>
                    <a:pt x="555674" y="247258"/>
                  </a:lnTo>
                  <a:lnTo>
                    <a:pt x="559333" y="295147"/>
                  </a:lnTo>
                  <a:lnTo>
                    <a:pt x="555674" y="343006"/>
                  </a:lnTo>
                  <a:lnTo>
                    <a:pt x="545079" y="388412"/>
                  </a:lnTo>
                  <a:lnTo>
                    <a:pt x="528125" y="430756"/>
                  </a:lnTo>
                  <a:lnTo>
                    <a:pt x="505387" y="469430"/>
                  </a:lnTo>
                  <a:lnTo>
                    <a:pt x="477439" y="503824"/>
                  </a:lnTo>
                  <a:lnTo>
                    <a:pt x="444856" y="533330"/>
                  </a:lnTo>
                  <a:lnTo>
                    <a:pt x="408215" y="557339"/>
                  </a:lnTo>
                  <a:lnTo>
                    <a:pt x="368091" y="575242"/>
                  </a:lnTo>
                  <a:lnTo>
                    <a:pt x="325058" y="586431"/>
                  </a:lnTo>
                  <a:lnTo>
                    <a:pt x="279692" y="590295"/>
                  </a:lnTo>
                  <a:lnTo>
                    <a:pt x="234324" y="586431"/>
                  </a:lnTo>
                  <a:lnTo>
                    <a:pt x="191287" y="575242"/>
                  </a:lnTo>
                  <a:lnTo>
                    <a:pt x="151157" y="557339"/>
                  </a:lnTo>
                  <a:lnTo>
                    <a:pt x="114509" y="533330"/>
                  </a:lnTo>
                  <a:lnTo>
                    <a:pt x="81919" y="503824"/>
                  </a:lnTo>
                  <a:lnTo>
                    <a:pt x="53964" y="469430"/>
                  </a:lnTo>
                  <a:lnTo>
                    <a:pt x="31218" y="430756"/>
                  </a:lnTo>
                  <a:lnTo>
                    <a:pt x="14258" y="388412"/>
                  </a:lnTo>
                  <a:lnTo>
                    <a:pt x="3660" y="343006"/>
                  </a:lnTo>
                  <a:lnTo>
                    <a:pt x="0" y="295147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96455" y="4625246"/>
              <a:ext cx="4401337" cy="66159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33500" y="4642129"/>
              <a:ext cx="3124200" cy="720826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734275" y="4640325"/>
              <a:ext cx="4329430" cy="590550"/>
            </a:xfrm>
            <a:custGeom>
              <a:avLst/>
              <a:gdLst/>
              <a:ahLst/>
              <a:cxnLst/>
              <a:rect l="l" t="t" r="r" b="b"/>
              <a:pathLst>
                <a:path w="4329430" h="590550">
                  <a:moveTo>
                    <a:pt x="4033939" y="0"/>
                  </a:moveTo>
                  <a:lnTo>
                    <a:pt x="295160" y="0"/>
                  </a:lnTo>
                  <a:lnTo>
                    <a:pt x="247283" y="3861"/>
                  </a:lnTo>
                  <a:lnTo>
                    <a:pt x="201865" y="15040"/>
                  </a:lnTo>
                  <a:lnTo>
                    <a:pt x="159515" y="32932"/>
                  </a:lnTo>
                  <a:lnTo>
                    <a:pt x="120840" y="56928"/>
                  </a:lnTo>
                  <a:lnTo>
                    <a:pt x="86448" y="86423"/>
                  </a:lnTo>
                  <a:lnTo>
                    <a:pt x="56947" y="120810"/>
                  </a:lnTo>
                  <a:lnTo>
                    <a:pt x="32944" y="159483"/>
                  </a:lnTo>
                  <a:lnTo>
                    <a:pt x="15047" y="201834"/>
                  </a:lnTo>
                  <a:lnTo>
                    <a:pt x="3863" y="247258"/>
                  </a:lnTo>
                  <a:lnTo>
                    <a:pt x="0" y="295148"/>
                  </a:lnTo>
                  <a:lnTo>
                    <a:pt x="3863" y="343006"/>
                  </a:lnTo>
                  <a:lnTo>
                    <a:pt x="15047" y="388412"/>
                  </a:lnTo>
                  <a:lnTo>
                    <a:pt x="32944" y="430756"/>
                  </a:lnTo>
                  <a:lnTo>
                    <a:pt x="56947" y="469430"/>
                  </a:lnTo>
                  <a:lnTo>
                    <a:pt x="86448" y="503824"/>
                  </a:lnTo>
                  <a:lnTo>
                    <a:pt x="120840" y="533330"/>
                  </a:lnTo>
                  <a:lnTo>
                    <a:pt x="159515" y="557339"/>
                  </a:lnTo>
                  <a:lnTo>
                    <a:pt x="201865" y="575242"/>
                  </a:lnTo>
                  <a:lnTo>
                    <a:pt x="247283" y="586431"/>
                  </a:lnTo>
                  <a:lnTo>
                    <a:pt x="295160" y="590296"/>
                  </a:lnTo>
                  <a:lnTo>
                    <a:pt x="4033939" y="590296"/>
                  </a:lnTo>
                  <a:lnTo>
                    <a:pt x="4081828" y="586431"/>
                  </a:lnTo>
                  <a:lnTo>
                    <a:pt x="4127252" y="575242"/>
                  </a:lnTo>
                  <a:lnTo>
                    <a:pt x="4169604" y="557339"/>
                  </a:lnTo>
                  <a:lnTo>
                    <a:pt x="4208276" y="533330"/>
                  </a:lnTo>
                  <a:lnTo>
                    <a:pt x="4242663" y="503824"/>
                  </a:lnTo>
                  <a:lnTo>
                    <a:pt x="4272158" y="469430"/>
                  </a:lnTo>
                  <a:lnTo>
                    <a:pt x="4296154" y="430756"/>
                  </a:lnTo>
                  <a:lnTo>
                    <a:pt x="4314046" y="388412"/>
                  </a:lnTo>
                  <a:lnTo>
                    <a:pt x="4325225" y="343006"/>
                  </a:lnTo>
                  <a:lnTo>
                    <a:pt x="4329087" y="295148"/>
                  </a:lnTo>
                  <a:lnTo>
                    <a:pt x="4325225" y="247258"/>
                  </a:lnTo>
                  <a:lnTo>
                    <a:pt x="4314046" y="201834"/>
                  </a:lnTo>
                  <a:lnTo>
                    <a:pt x="4296154" y="159483"/>
                  </a:lnTo>
                  <a:lnTo>
                    <a:pt x="4272158" y="120810"/>
                  </a:lnTo>
                  <a:lnTo>
                    <a:pt x="4242663" y="86423"/>
                  </a:lnTo>
                  <a:lnTo>
                    <a:pt x="4208276" y="56928"/>
                  </a:lnTo>
                  <a:lnTo>
                    <a:pt x="4169604" y="32932"/>
                  </a:lnTo>
                  <a:lnTo>
                    <a:pt x="4127252" y="15040"/>
                  </a:lnTo>
                  <a:lnTo>
                    <a:pt x="4081828" y="3861"/>
                  </a:lnTo>
                  <a:lnTo>
                    <a:pt x="4033939" y="0"/>
                  </a:lnTo>
                  <a:close/>
                </a:path>
              </a:pathLst>
            </a:custGeom>
            <a:solidFill>
              <a:srgbClr val="FF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34275" y="4640325"/>
              <a:ext cx="4329430" cy="590550"/>
            </a:xfrm>
            <a:custGeom>
              <a:avLst/>
              <a:gdLst/>
              <a:ahLst/>
              <a:cxnLst/>
              <a:rect l="l" t="t" r="r" b="b"/>
              <a:pathLst>
                <a:path w="4329430" h="590550">
                  <a:moveTo>
                    <a:pt x="0" y="295148"/>
                  </a:moveTo>
                  <a:lnTo>
                    <a:pt x="3863" y="247258"/>
                  </a:lnTo>
                  <a:lnTo>
                    <a:pt x="15047" y="201834"/>
                  </a:lnTo>
                  <a:lnTo>
                    <a:pt x="32944" y="159483"/>
                  </a:lnTo>
                  <a:lnTo>
                    <a:pt x="56947" y="120810"/>
                  </a:lnTo>
                  <a:lnTo>
                    <a:pt x="86448" y="86423"/>
                  </a:lnTo>
                  <a:lnTo>
                    <a:pt x="120840" y="56928"/>
                  </a:lnTo>
                  <a:lnTo>
                    <a:pt x="159515" y="32932"/>
                  </a:lnTo>
                  <a:lnTo>
                    <a:pt x="201865" y="15040"/>
                  </a:lnTo>
                  <a:lnTo>
                    <a:pt x="247283" y="3861"/>
                  </a:lnTo>
                  <a:lnTo>
                    <a:pt x="295160" y="0"/>
                  </a:lnTo>
                  <a:lnTo>
                    <a:pt x="4033939" y="0"/>
                  </a:lnTo>
                  <a:lnTo>
                    <a:pt x="4081828" y="3861"/>
                  </a:lnTo>
                  <a:lnTo>
                    <a:pt x="4127252" y="15040"/>
                  </a:lnTo>
                  <a:lnTo>
                    <a:pt x="4169604" y="32932"/>
                  </a:lnTo>
                  <a:lnTo>
                    <a:pt x="4208276" y="56928"/>
                  </a:lnTo>
                  <a:lnTo>
                    <a:pt x="4242663" y="86423"/>
                  </a:lnTo>
                  <a:lnTo>
                    <a:pt x="4272158" y="120810"/>
                  </a:lnTo>
                  <a:lnTo>
                    <a:pt x="4296154" y="159483"/>
                  </a:lnTo>
                  <a:lnTo>
                    <a:pt x="4314046" y="201834"/>
                  </a:lnTo>
                  <a:lnTo>
                    <a:pt x="4325225" y="247258"/>
                  </a:lnTo>
                  <a:lnTo>
                    <a:pt x="4329087" y="295148"/>
                  </a:lnTo>
                  <a:lnTo>
                    <a:pt x="4325225" y="343006"/>
                  </a:lnTo>
                  <a:lnTo>
                    <a:pt x="4314046" y="388412"/>
                  </a:lnTo>
                  <a:lnTo>
                    <a:pt x="4296154" y="430756"/>
                  </a:lnTo>
                  <a:lnTo>
                    <a:pt x="4272158" y="469430"/>
                  </a:lnTo>
                  <a:lnTo>
                    <a:pt x="4242663" y="503824"/>
                  </a:lnTo>
                  <a:lnTo>
                    <a:pt x="4208276" y="533330"/>
                  </a:lnTo>
                  <a:lnTo>
                    <a:pt x="4169604" y="557339"/>
                  </a:lnTo>
                  <a:lnTo>
                    <a:pt x="4127252" y="575242"/>
                  </a:lnTo>
                  <a:lnTo>
                    <a:pt x="4081828" y="586431"/>
                  </a:lnTo>
                  <a:lnTo>
                    <a:pt x="4033939" y="590296"/>
                  </a:lnTo>
                  <a:lnTo>
                    <a:pt x="295160" y="590296"/>
                  </a:lnTo>
                  <a:lnTo>
                    <a:pt x="247283" y="586431"/>
                  </a:lnTo>
                  <a:lnTo>
                    <a:pt x="201865" y="575242"/>
                  </a:lnTo>
                  <a:lnTo>
                    <a:pt x="159515" y="557339"/>
                  </a:lnTo>
                  <a:lnTo>
                    <a:pt x="120840" y="533330"/>
                  </a:lnTo>
                  <a:lnTo>
                    <a:pt x="86448" y="503824"/>
                  </a:lnTo>
                  <a:lnTo>
                    <a:pt x="56947" y="469430"/>
                  </a:lnTo>
                  <a:lnTo>
                    <a:pt x="32944" y="430756"/>
                  </a:lnTo>
                  <a:lnTo>
                    <a:pt x="15047" y="388412"/>
                  </a:lnTo>
                  <a:lnTo>
                    <a:pt x="3863" y="343006"/>
                  </a:lnTo>
                  <a:lnTo>
                    <a:pt x="0" y="295148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546605" y="4721097"/>
            <a:ext cx="27031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Fragmented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Bookings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94944" y="4616183"/>
            <a:ext cx="4455160" cy="1506220"/>
            <a:chOff x="694944" y="4616183"/>
            <a:chExt cx="4455160" cy="1506220"/>
          </a:xfrm>
        </p:grpSpPr>
        <p:pic>
          <p:nvPicPr>
            <p:cNvPr id="45" name="object 4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94944" y="4616183"/>
              <a:ext cx="649249" cy="679716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42213" y="4640326"/>
              <a:ext cx="559409" cy="59029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742213" y="4640326"/>
              <a:ext cx="559435" cy="590550"/>
            </a:xfrm>
            <a:custGeom>
              <a:avLst/>
              <a:gdLst/>
              <a:ahLst/>
              <a:cxnLst/>
              <a:rect l="l" t="t" r="r" b="b"/>
              <a:pathLst>
                <a:path w="559435" h="590550">
                  <a:moveTo>
                    <a:pt x="0" y="295148"/>
                  </a:moveTo>
                  <a:lnTo>
                    <a:pt x="3660" y="247258"/>
                  </a:lnTo>
                  <a:lnTo>
                    <a:pt x="14258" y="201834"/>
                  </a:lnTo>
                  <a:lnTo>
                    <a:pt x="31218" y="159483"/>
                  </a:lnTo>
                  <a:lnTo>
                    <a:pt x="53965" y="120810"/>
                  </a:lnTo>
                  <a:lnTo>
                    <a:pt x="81921" y="86423"/>
                  </a:lnTo>
                  <a:lnTo>
                    <a:pt x="114512" y="56928"/>
                  </a:lnTo>
                  <a:lnTo>
                    <a:pt x="151161" y="32932"/>
                  </a:lnTo>
                  <a:lnTo>
                    <a:pt x="191294" y="15040"/>
                  </a:lnTo>
                  <a:lnTo>
                    <a:pt x="234333" y="3861"/>
                  </a:lnTo>
                  <a:lnTo>
                    <a:pt x="279704" y="0"/>
                  </a:lnTo>
                  <a:lnTo>
                    <a:pt x="325072" y="3861"/>
                  </a:lnTo>
                  <a:lnTo>
                    <a:pt x="368110" y="15040"/>
                  </a:lnTo>
                  <a:lnTo>
                    <a:pt x="408242" y="32932"/>
                  </a:lnTo>
                  <a:lnTo>
                    <a:pt x="444891" y="56928"/>
                  </a:lnTo>
                  <a:lnTo>
                    <a:pt x="477483" y="86423"/>
                  </a:lnTo>
                  <a:lnTo>
                    <a:pt x="505440" y="120810"/>
                  </a:lnTo>
                  <a:lnTo>
                    <a:pt x="528188" y="159483"/>
                  </a:lnTo>
                  <a:lnTo>
                    <a:pt x="545149" y="201834"/>
                  </a:lnTo>
                  <a:lnTo>
                    <a:pt x="555748" y="247258"/>
                  </a:lnTo>
                  <a:lnTo>
                    <a:pt x="559409" y="295148"/>
                  </a:lnTo>
                  <a:lnTo>
                    <a:pt x="555748" y="343006"/>
                  </a:lnTo>
                  <a:lnTo>
                    <a:pt x="545149" y="388412"/>
                  </a:lnTo>
                  <a:lnTo>
                    <a:pt x="528188" y="430756"/>
                  </a:lnTo>
                  <a:lnTo>
                    <a:pt x="505440" y="469430"/>
                  </a:lnTo>
                  <a:lnTo>
                    <a:pt x="477483" y="503824"/>
                  </a:lnTo>
                  <a:lnTo>
                    <a:pt x="444891" y="533330"/>
                  </a:lnTo>
                  <a:lnTo>
                    <a:pt x="408242" y="557339"/>
                  </a:lnTo>
                  <a:lnTo>
                    <a:pt x="368110" y="575242"/>
                  </a:lnTo>
                  <a:lnTo>
                    <a:pt x="325072" y="586431"/>
                  </a:lnTo>
                  <a:lnTo>
                    <a:pt x="279704" y="590296"/>
                  </a:lnTo>
                  <a:lnTo>
                    <a:pt x="234333" y="586431"/>
                  </a:lnTo>
                  <a:lnTo>
                    <a:pt x="191294" y="575242"/>
                  </a:lnTo>
                  <a:lnTo>
                    <a:pt x="151161" y="557339"/>
                  </a:lnTo>
                  <a:lnTo>
                    <a:pt x="114512" y="533330"/>
                  </a:lnTo>
                  <a:lnTo>
                    <a:pt x="81921" y="503824"/>
                  </a:lnTo>
                  <a:lnTo>
                    <a:pt x="53965" y="469430"/>
                  </a:lnTo>
                  <a:lnTo>
                    <a:pt x="31218" y="430756"/>
                  </a:lnTo>
                  <a:lnTo>
                    <a:pt x="14258" y="388412"/>
                  </a:lnTo>
                  <a:lnTo>
                    <a:pt x="3660" y="343006"/>
                  </a:lnTo>
                  <a:lnTo>
                    <a:pt x="0" y="295148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48271" y="5384231"/>
              <a:ext cx="4401337" cy="663061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94232" y="5401056"/>
              <a:ext cx="3707892" cy="72082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786345" y="5400040"/>
              <a:ext cx="4329430" cy="590550"/>
            </a:xfrm>
            <a:custGeom>
              <a:avLst/>
              <a:gdLst/>
              <a:ahLst/>
              <a:cxnLst/>
              <a:rect l="l" t="t" r="r" b="b"/>
              <a:pathLst>
                <a:path w="4329430" h="590550">
                  <a:moveTo>
                    <a:pt x="4033939" y="0"/>
                  </a:moveTo>
                  <a:lnTo>
                    <a:pt x="295147" y="0"/>
                  </a:lnTo>
                  <a:lnTo>
                    <a:pt x="247273" y="3864"/>
                  </a:lnTo>
                  <a:lnTo>
                    <a:pt x="201858" y="15053"/>
                  </a:lnTo>
                  <a:lnTo>
                    <a:pt x="159511" y="32956"/>
                  </a:lnTo>
                  <a:lnTo>
                    <a:pt x="120837" y="56966"/>
                  </a:lnTo>
                  <a:lnTo>
                    <a:pt x="86447" y="86474"/>
                  </a:lnTo>
                  <a:lnTo>
                    <a:pt x="56946" y="120870"/>
                  </a:lnTo>
                  <a:lnTo>
                    <a:pt x="32944" y="159547"/>
                  </a:lnTo>
                  <a:lnTo>
                    <a:pt x="15046" y="201896"/>
                  </a:lnTo>
                  <a:lnTo>
                    <a:pt x="3863" y="247307"/>
                  </a:lnTo>
                  <a:lnTo>
                    <a:pt x="0" y="295173"/>
                  </a:lnTo>
                  <a:lnTo>
                    <a:pt x="3863" y="343051"/>
                  </a:lnTo>
                  <a:lnTo>
                    <a:pt x="15049" y="388468"/>
                  </a:lnTo>
                  <a:lnTo>
                    <a:pt x="32947" y="430818"/>
                  </a:lnTo>
                  <a:lnTo>
                    <a:pt x="56951" y="469493"/>
                  </a:lnTo>
                  <a:lnTo>
                    <a:pt x="86452" y="503885"/>
                  </a:lnTo>
                  <a:lnTo>
                    <a:pt x="120843" y="533386"/>
                  </a:lnTo>
                  <a:lnTo>
                    <a:pt x="159516" y="557389"/>
                  </a:lnTo>
                  <a:lnTo>
                    <a:pt x="201863" y="575287"/>
                  </a:lnTo>
                  <a:lnTo>
                    <a:pt x="247278" y="586471"/>
                  </a:lnTo>
                  <a:lnTo>
                    <a:pt x="295147" y="590334"/>
                  </a:lnTo>
                  <a:lnTo>
                    <a:pt x="4033939" y="590334"/>
                  </a:lnTo>
                  <a:lnTo>
                    <a:pt x="4081828" y="586471"/>
                  </a:lnTo>
                  <a:lnTo>
                    <a:pt x="4127252" y="575287"/>
                  </a:lnTo>
                  <a:lnTo>
                    <a:pt x="4169604" y="557389"/>
                  </a:lnTo>
                  <a:lnTo>
                    <a:pt x="4208276" y="533386"/>
                  </a:lnTo>
                  <a:lnTo>
                    <a:pt x="4242663" y="503885"/>
                  </a:lnTo>
                  <a:lnTo>
                    <a:pt x="4272158" y="469493"/>
                  </a:lnTo>
                  <a:lnTo>
                    <a:pt x="4296154" y="430818"/>
                  </a:lnTo>
                  <a:lnTo>
                    <a:pt x="4314046" y="388468"/>
                  </a:lnTo>
                  <a:lnTo>
                    <a:pt x="4325225" y="343051"/>
                  </a:lnTo>
                  <a:lnTo>
                    <a:pt x="4329087" y="295173"/>
                  </a:lnTo>
                  <a:lnTo>
                    <a:pt x="4325225" y="247307"/>
                  </a:lnTo>
                  <a:lnTo>
                    <a:pt x="4314046" y="201896"/>
                  </a:lnTo>
                  <a:lnTo>
                    <a:pt x="4296154" y="159547"/>
                  </a:lnTo>
                  <a:lnTo>
                    <a:pt x="4272158" y="120870"/>
                  </a:lnTo>
                  <a:lnTo>
                    <a:pt x="4242663" y="86474"/>
                  </a:lnTo>
                  <a:lnTo>
                    <a:pt x="4208276" y="56966"/>
                  </a:lnTo>
                  <a:lnTo>
                    <a:pt x="4169604" y="32956"/>
                  </a:lnTo>
                  <a:lnTo>
                    <a:pt x="4127252" y="15053"/>
                  </a:lnTo>
                  <a:lnTo>
                    <a:pt x="4081828" y="3864"/>
                  </a:lnTo>
                  <a:lnTo>
                    <a:pt x="4033939" y="0"/>
                  </a:lnTo>
                  <a:close/>
                </a:path>
              </a:pathLst>
            </a:custGeom>
            <a:solidFill>
              <a:srgbClr val="FF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86345" y="5400040"/>
              <a:ext cx="4329430" cy="590550"/>
            </a:xfrm>
            <a:custGeom>
              <a:avLst/>
              <a:gdLst/>
              <a:ahLst/>
              <a:cxnLst/>
              <a:rect l="l" t="t" r="r" b="b"/>
              <a:pathLst>
                <a:path w="4329430" h="590550">
                  <a:moveTo>
                    <a:pt x="0" y="295173"/>
                  </a:moveTo>
                  <a:lnTo>
                    <a:pt x="3863" y="247307"/>
                  </a:lnTo>
                  <a:lnTo>
                    <a:pt x="15046" y="201896"/>
                  </a:lnTo>
                  <a:lnTo>
                    <a:pt x="32944" y="159547"/>
                  </a:lnTo>
                  <a:lnTo>
                    <a:pt x="56946" y="120870"/>
                  </a:lnTo>
                  <a:lnTo>
                    <a:pt x="86447" y="86474"/>
                  </a:lnTo>
                  <a:lnTo>
                    <a:pt x="120837" y="56966"/>
                  </a:lnTo>
                  <a:lnTo>
                    <a:pt x="159511" y="32956"/>
                  </a:lnTo>
                  <a:lnTo>
                    <a:pt x="201858" y="15053"/>
                  </a:lnTo>
                  <a:lnTo>
                    <a:pt x="247273" y="3864"/>
                  </a:lnTo>
                  <a:lnTo>
                    <a:pt x="295147" y="0"/>
                  </a:lnTo>
                  <a:lnTo>
                    <a:pt x="4033939" y="0"/>
                  </a:lnTo>
                  <a:lnTo>
                    <a:pt x="4081828" y="3864"/>
                  </a:lnTo>
                  <a:lnTo>
                    <a:pt x="4127252" y="15053"/>
                  </a:lnTo>
                  <a:lnTo>
                    <a:pt x="4169604" y="32956"/>
                  </a:lnTo>
                  <a:lnTo>
                    <a:pt x="4208276" y="56966"/>
                  </a:lnTo>
                  <a:lnTo>
                    <a:pt x="4242663" y="86474"/>
                  </a:lnTo>
                  <a:lnTo>
                    <a:pt x="4272158" y="120870"/>
                  </a:lnTo>
                  <a:lnTo>
                    <a:pt x="4296154" y="159547"/>
                  </a:lnTo>
                  <a:lnTo>
                    <a:pt x="4314046" y="201896"/>
                  </a:lnTo>
                  <a:lnTo>
                    <a:pt x="4325225" y="247307"/>
                  </a:lnTo>
                  <a:lnTo>
                    <a:pt x="4329087" y="295173"/>
                  </a:lnTo>
                  <a:lnTo>
                    <a:pt x="4325225" y="343051"/>
                  </a:lnTo>
                  <a:lnTo>
                    <a:pt x="4314046" y="388468"/>
                  </a:lnTo>
                  <a:lnTo>
                    <a:pt x="4296154" y="430818"/>
                  </a:lnTo>
                  <a:lnTo>
                    <a:pt x="4272158" y="469493"/>
                  </a:lnTo>
                  <a:lnTo>
                    <a:pt x="4242663" y="503885"/>
                  </a:lnTo>
                  <a:lnTo>
                    <a:pt x="4208276" y="533386"/>
                  </a:lnTo>
                  <a:lnTo>
                    <a:pt x="4169604" y="557389"/>
                  </a:lnTo>
                  <a:lnTo>
                    <a:pt x="4127252" y="575287"/>
                  </a:lnTo>
                  <a:lnTo>
                    <a:pt x="4081828" y="586471"/>
                  </a:lnTo>
                  <a:lnTo>
                    <a:pt x="4033939" y="590334"/>
                  </a:lnTo>
                  <a:lnTo>
                    <a:pt x="295147" y="590334"/>
                  </a:lnTo>
                  <a:lnTo>
                    <a:pt x="247273" y="586470"/>
                  </a:lnTo>
                  <a:lnTo>
                    <a:pt x="201858" y="575285"/>
                  </a:lnTo>
                  <a:lnTo>
                    <a:pt x="159511" y="557387"/>
                  </a:lnTo>
                  <a:lnTo>
                    <a:pt x="120837" y="533382"/>
                  </a:lnTo>
                  <a:lnTo>
                    <a:pt x="86447" y="503880"/>
                  </a:lnTo>
                  <a:lnTo>
                    <a:pt x="56946" y="469487"/>
                  </a:lnTo>
                  <a:lnTo>
                    <a:pt x="32944" y="430813"/>
                  </a:lnTo>
                  <a:lnTo>
                    <a:pt x="15046" y="388463"/>
                  </a:lnTo>
                  <a:lnTo>
                    <a:pt x="3863" y="343047"/>
                  </a:lnTo>
                  <a:lnTo>
                    <a:pt x="0" y="295173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1307338" y="5481015"/>
            <a:ext cx="3287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Limited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Local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Participation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688848" y="3924312"/>
            <a:ext cx="650875" cy="2132330"/>
            <a:chOff x="688848" y="3924312"/>
            <a:chExt cx="650875" cy="2132330"/>
          </a:xfrm>
        </p:grpSpPr>
        <p:pic>
          <p:nvPicPr>
            <p:cNvPr id="54" name="object 5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88848" y="5375148"/>
              <a:ext cx="650773" cy="681227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36968" y="5400040"/>
              <a:ext cx="559447" cy="590334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736968" y="5400040"/>
              <a:ext cx="560070" cy="590550"/>
            </a:xfrm>
            <a:custGeom>
              <a:avLst/>
              <a:gdLst/>
              <a:ahLst/>
              <a:cxnLst/>
              <a:rect l="l" t="t" r="r" b="b"/>
              <a:pathLst>
                <a:path w="560069" h="590550">
                  <a:moveTo>
                    <a:pt x="0" y="295173"/>
                  </a:moveTo>
                  <a:lnTo>
                    <a:pt x="3660" y="247307"/>
                  </a:lnTo>
                  <a:lnTo>
                    <a:pt x="14258" y="201896"/>
                  </a:lnTo>
                  <a:lnTo>
                    <a:pt x="31218" y="159547"/>
                  </a:lnTo>
                  <a:lnTo>
                    <a:pt x="53964" y="120870"/>
                  </a:lnTo>
                  <a:lnTo>
                    <a:pt x="81919" y="86474"/>
                  </a:lnTo>
                  <a:lnTo>
                    <a:pt x="114509" y="56966"/>
                  </a:lnTo>
                  <a:lnTo>
                    <a:pt x="151157" y="32956"/>
                  </a:lnTo>
                  <a:lnTo>
                    <a:pt x="191287" y="15053"/>
                  </a:lnTo>
                  <a:lnTo>
                    <a:pt x="234324" y="3864"/>
                  </a:lnTo>
                  <a:lnTo>
                    <a:pt x="279692" y="0"/>
                  </a:lnTo>
                  <a:lnTo>
                    <a:pt x="325064" y="3864"/>
                  </a:lnTo>
                  <a:lnTo>
                    <a:pt x="368108" y="15053"/>
                  </a:lnTo>
                  <a:lnTo>
                    <a:pt x="408246" y="32956"/>
                  </a:lnTo>
                  <a:lnTo>
                    <a:pt x="444902" y="56966"/>
                  </a:lnTo>
                  <a:lnTo>
                    <a:pt x="477500" y="86474"/>
                  </a:lnTo>
                  <a:lnTo>
                    <a:pt x="505464" y="120870"/>
                  </a:lnTo>
                  <a:lnTo>
                    <a:pt x="528217" y="159547"/>
                  </a:lnTo>
                  <a:lnTo>
                    <a:pt x="545183" y="201896"/>
                  </a:lnTo>
                  <a:lnTo>
                    <a:pt x="555785" y="247307"/>
                  </a:lnTo>
                  <a:lnTo>
                    <a:pt x="559447" y="295173"/>
                  </a:lnTo>
                  <a:lnTo>
                    <a:pt x="555785" y="343047"/>
                  </a:lnTo>
                  <a:lnTo>
                    <a:pt x="545183" y="388463"/>
                  </a:lnTo>
                  <a:lnTo>
                    <a:pt x="528217" y="430813"/>
                  </a:lnTo>
                  <a:lnTo>
                    <a:pt x="505464" y="469487"/>
                  </a:lnTo>
                  <a:lnTo>
                    <a:pt x="477500" y="503880"/>
                  </a:lnTo>
                  <a:lnTo>
                    <a:pt x="444902" y="533382"/>
                  </a:lnTo>
                  <a:lnTo>
                    <a:pt x="408246" y="557387"/>
                  </a:lnTo>
                  <a:lnTo>
                    <a:pt x="368108" y="575285"/>
                  </a:lnTo>
                  <a:lnTo>
                    <a:pt x="325064" y="586470"/>
                  </a:lnTo>
                  <a:lnTo>
                    <a:pt x="279692" y="590334"/>
                  </a:lnTo>
                  <a:lnTo>
                    <a:pt x="234324" y="586470"/>
                  </a:lnTo>
                  <a:lnTo>
                    <a:pt x="191287" y="575285"/>
                  </a:lnTo>
                  <a:lnTo>
                    <a:pt x="151157" y="557387"/>
                  </a:lnTo>
                  <a:lnTo>
                    <a:pt x="114509" y="533382"/>
                  </a:lnTo>
                  <a:lnTo>
                    <a:pt x="81919" y="503880"/>
                  </a:lnTo>
                  <a:lnTo>
                    <a:pt x="53964" y="469487"/>
                  </a:lnTo>
                  <a:lnTo>
                    <a:pt x="31218" y="430813"/>
                  </a:lnTo>
                  <a:lnTo>
                    <a:pt x="14258" y="388463"/>
                  </a:lnTo>
                  <a:lnTo>
                    <a:pt x="3660" y="343047"/>
                  </a:lnTo>
                  <a:lnTo>
                    <a:pt x="0" y="295173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03275" y="3924312"/>
              <a:ext cx="402069" cy="402069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79487" y="4703394"/>
              <a:ext cx="468680" cy="46868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03275" y="5499773"/>
              <a:ext cx="433476" cy="433476"/>
            </a:xfrm>
            <a:prstGeom prst="rect">
              <a:avLst/>
            </a:prstGeom>
          </p:spPr>
        </p:pic>
      </p:grpSp>
      <p:sp>
        <p:nvSpPr>
          <p:cNvPr id="60" name="object 60"/>
          <p:cNvSpPr txBox="1"/>
          <p:nvPr/>
        </p:nvSpPr>
        <p:spPr>
          <a:xfrm>
            <a:off x="1276858" y="3136519"/>
            <a:ext cx="35509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Language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&amp;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Cultural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barriers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687323" y="2420670"/>
            <a:ext cx="640715" cy="1292225"/>
            <a:chOff x="687323" y="2420670"/>
            <a:chExt cx="640715" cy="1292225"/>
          </a:xfrm>
        </p:grpSpPr>
        <p:pic>
          <p:nvPicPr>
            <p:cNvPr id="62" name="object 6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87323" y="3031236"/>
              <a:ext cx="640118" cy="681227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34123" y="3056001"/>
              <a:ext cx="551116" cy="590296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734123" y="3056001"/>
              <a:ext cx="551180" cy="590550"/>
            </a:xfrm>
            <a:custGeom>
              <a:avLst/>
              <a:gdLst/>
              <a:ahLst/>
              <a:cxnLst/>
              <a:rect l="l" t="t" r="r" b="b"/>
              <a:pathLst>
                <a:path w="551180" h="590550">
                  <a:moveTo>
                    <a:pt x="0" y="295148"/>
                  </a:moveTo>
                  <a:lnTo>
                    <a:pt x="3606" y="247289"/>
                  </a:lnTo>
                  <a:lnTo>
                    <a:pt x="14049" y="201883"/>
                  </a:lnTo>
                  <a:lnTo>
                    <a:pt x="30759" y="159539"/>
                  </a:lnTo>
                  <a:lnTo>
                    <a:pt x="53171" y="120865"/>
                  </a:lnTo>
                  <a:lnTo>
                    <a:pt x="80716" y="86471"/>
                  </a:lnTo>
                  <a:lnTo>
                    <a:pt x="112827" y="56965"/>
                  </a:lnTo>
                  <a:lnTo>
                    <a:pt x="148938" y="32956"/>
                  </a:lnTo>
                  <a:lnTo>
                    <a:pt x="188480" y="15053"/>
                  </a:lnTo>
                  <a:lnTo>
                    <a:pt x="230886" y="3864"/>
                  </a:lnTo>
                  <a:lnTo>
                    <a:pt x="275589" y="0"/>
                  </a:lnTo>
                  <a:lnTo>
                    <a:pt x="320288" y="3864"/>
                  </a:lnTo>
                  <a:lnTo>
                    <a:pt x="362688" y="15053"/>
                  </a:lnTo>
                  <a:lnTo>
                    <a:pt x="402222" y="32956"/>
                  </a:lnTo>
                  <a:lnTo>
                    <a:pt x="438324" y="56965"/>
                  </a:lnTo>
                  <a:lnTo>
                    <a:pt x="470427" y="86471"/>
                  </a:lnTo>
                  <a:lnTo>
                    <a:pt x="497963" y="120865"/>
                  </a:lnTo>
                  <a:lnTo>
                    <a:pt x="520367" y="159539"/>
                  </a:lnTo>
                  <a:lnTo>
                    <a:pt x="537072" y="201883"/>
                  </a:lnTo>
                  <a:lnTo>
                    <a:pt x="547511" y="247289"/>
                  </a:lnTo>
                  <a:lnTo>
                    <a:pt x="551116" y="295148"/>
                  </a:lnTo>
                  <a:lnTo>
                    <a:pt x="547511" y="343037"/>
                  </a:lnTo>
                  <a:lnTo>
                    <a:pt x="537072" y="388461"/>
                  </a:lnTo>
                  <a:lnTo>
                    <a:pt x="520367" y="430812"/>
                  </a:lnTo>
                  <a:lnTo>
                    <a:pt x="497963" y="469485"/>
                  </a:lnTo>
                  <a:lnTo>
                    <a:pt x="470427" y="503872"/>
                  </a:lnTo>
                  <a:lnTo>
                    <a:pt x="438324" y="533367"/>
                  </a:lnTo>
                  <a:lnTo>
                    <a:pt x="402222" y="557363"/>
                  </a:lnTo>
                  <a:lnTo>
                    <a:pt x="362688" y="575255"/>
                  </a:lnTo>
                  <a:lnTo>
                    <a:pt x="320288" y="586434"/>
                  </a:lnTo>
                  <a:lnTo>
                    <a:pt x="275589" y="590296"/>
                  </a:lnTo>
                  <a:lnTo>
                    <a:pt x="230886" y="586434"/>
                  </a:lnTo>
                  <a:lnTo>
                    <a:pt x="188480" y="575255"/>
                  </a:lnTo>
                  <a:lnTo>
                    <a:pt x="148938" y="557363"/>
                  </a:lnTo>
                  <a:lnTo>
                    <a:pt x="112827" y="533367"/>
                  </a:lnTo>
                  <a:lnTo>
                    <a:pt x="80716" y="503872"/>
                  </a:lnTo>
                  <a:lnTo>
                    <a:pt x="53171" y="469485"/>
                  </a:lnTo>
                  <a:lnTo>
                    <a:pt x="30759" y="430812"/>
                  </a:lnTo>
                  <a:lnTo>
                    <a:pt x="14049" y="388461"/>
                  </a:lnTo>
                  <a:lnTo>
                    <a:pt x="3606" y="343037"/>
                  </a:lnTo>
                  <a:lnTo>
                    <a:pt x="0" y="295148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03579" y="2420670"/>
              <a:ext cx="426161" cy="426161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03579" y="3133648"/>
              <a:ext cx="426161" cy="426161"/>
            </a:xfrm>
            <a:prstGeom prst="rect">
              <a:avLst/>
            </a:prstGeom>
          </p:spPr>
        </p:pic>
      </p:grpSp>
      <p:grpSp>
        <p:nvGrpSpPr>
          <p:cNvPr id="67" name="object 67"/>
          <p:cNvGrpSpPr/>
          <p:nvPr/>
        </p:nvGrpSpPr>
        <p:grpSpPr>
          <a:xfrm>
            <a:off x="7213092" y="2252472"/>
            <a:ext cx="4403090" cy="681355"/>
            <a:chOff x="7213092" y="2252472"/>
            <a:chExt cx="4403090" cy="681355"/>
          </a:xfrm>
        </p:grpSpPr>
        <p:pic>
          <p:nvPicPr>
            <p:cNvPr id="68" name="object 6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214603" y="2261555"/>
              <a:ext cx="4401337" cy="663061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7253351" y="2277491"/>
              <a:ext cx="4329430" cy="590550"/>
            </a:xfrm>
            <a:custGeom>
              <a:avLst/>
              <a:gdLst/>
              <a:ahLst/>
              <a:cxnLst/>
              <a:rect l="l" t="t" r="r" b="b"/>
              <a:pathLst>
                <a:path w="4329430" h="590550">
                  <a:moveTo>
                    <a:pt x="4033901" y="0"/>
                  </a:moveTo>
                  <a:lnTo>
                    <a:pt x="295148" y="0"/>
                  </a:lnTo>
                  <a:lnTo>
                    <a:pt x="247258" y="3864"/>
                  </a:lnTo>
                  <a:lnTo>
                    <a:pt x="201834" y="15053"/>
                  </a:lnTo>
                  <a:lnTo>
                    <a:pt x="159483" y="32956"/>
                  </a:lnTo>
                  <a:lnTo>
                    <a:pt x="120810" y="56965"/>
                  </a:lnTo>
                  <a:lnTo>
                    <a:pt x="86423" y="86471"/>
                  </a:lnTo>
                  <a:lnTo>
                    <a:pt x="56928" y="120865"/>
                  </a:lnTo>
                  <a:lnTo>
                    <a:pt x="32932" y="159539"/>
                  </a:lnTo>
                  <a:lnTo>
                    <a:pt x="15040" y="201883"/>
                  </a:lnTo>
                  <a:lnTo>
                    <a:pt x="3861" y="247289"/>
                  </a:lnTo>
                  <a:lnTo>
                    <a:pt x="0" y="295148"/>
                  </a:lnTo>
                  <a:lnTo>
                    <a:pt x="3861" y="343037"/>
                  </a:lnTo>
                  <a:lnTo>
                    <a:pt x="15040" y="388461"/>
                  </a:lnTo>
                  <a:lnTo>
                    <a:pt x="32932" y="430812"/>
                  </a:lnTo>
                  <a:lnTo>
                    <a:pt x="56928" y="469485"/>
                  </a:lnTo>
                  <a:lnTo>
                    <a:pt x="86423" y="503872"/>
                  </a:lnTo>
                  <a:lnTo>
                    <a:pt x="120810" y="533367"/>
                  </a:lnTo>
                  <a:lnTo>
                    <a:pt x="159483" y="557363"/>
                  </a:lnTo>
                  <a:lnTo>
                    <a:pt x="201834" y="575255"/>
                  </a:lnTo>
                  <a:lnTo>
                    <a:pt x="247258" y="586434"/>
                  </a:lnTo>
                  <a:lnTo>
                    <a:pt x="295148" y="590296"/>
                  </a:lnTo>
                  <a:lnTo>
                    <a:pt x="4033901" y="590296"/>
                  </a:lnTo>
                  <a:lnTo>
                    <a:pt x="4081759" y="586434"/>
                  </a:lnTo>
                  <a:lnTo>
                    <a:pt x="4127165" y="575255"/>
                  </a:lnTo>
                  <a:lnTo>
                    <a:pt x="4169509" y="557363"/>
                  </a:lnTo>
                  <a:lnTo>
                    <a:pt x="4208183" y="533367"/>
                  </a:lnTo>
                  <a:lnTo>
                    <a:pt x="4242577" y="503872"/>
                  </a:lnTo>
                  <a:lnTo>
                    <a:pt x="4272083" y="469485"/>
                  </a:lnTo>
                  <a:lnTo>
                    <a:pt x="4296092" y="430812"/>
                  </a:lnTo>
                  <a:lnTo>
                    <a:pt x="4313995" y="388461"/>
                  </a:lnTo>
                  <a:lnTo>
                    <a:pt x="4325184" y="343037"/>
                  </a:lnTo>
                  <a:lnTo>
                    <a:pt x="4329049" y="295148"/>
                  </a:lnTo>
                  <a:lnTo>
                    <a:pt x="4325187" y="247289"/>
                  </a:lnTo>
                  <a:lnTo>
                    <a:pt x="4314008" y="201883"/>
                  </a:lnTo>
                  <a:lnTo>
                    <a:pt x="4296116" y="159539"/>
                  </a:lnTo>
                  <a:lnTo>
                    <a:pt x="4272120" y="120865"/>
                  </a:lnTo>
                  <a:lnTo>
                    <a:pt x="4242625" y="86471"/>
                  </a:lnTo>
                  <a:lnTo>
                    <a:pt x="4208238" y="56965"/>
                  </a:lnTo>
                  <a:lnTo>
                    <a:pt x="4169565" y="32956"/>
                  </a:lnTo>
                  <a:lnTo>
                    <a:pt x="4127214" y="15053"/>
                  </a:lnTo>
                  <a:lnTo>
                    <a:pt x="4081790" y="3864"/>
                  </a:lnTo>
                  <a:lnTo>
                    <a:pt x="4033901" y="0"/>
                  </a:lnTo>
                  <a:close/>
                </a:path>
              </a:pathLst>
            </a:custGeom>
            <a:solidFill>
              <a:srgbClr val="B8CDE4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7253351" y="2277491"/>
              <a:ext cx="4329430" cy="590550"/>
            </a:xfrm>
            <a:custGeom>
              <a:avLst/>
              <a:gdLst/>
              <a:ahLst/>
              <a:cxnLst/>
              <a:rect l="l" t="t" r="r" b="b"/>
              <a:pathLst>
                <a:path w="4329430" h="590550">
                  <a:moveTo>
                    <a:pt x="0" y="295148"/>
                  </a:moveTo>
                  <a:lnTo>
                    <a:pt x="3861" y="247289"/>
                  </a:lnTo>
                  <a:lnTo>
                    <a:pt x="15040" y="201883"/>
                  </a:lnTo>
                  <a:lnTo>
                    <a:pt x="32932" y="159539"/>
                  </a:lnTo>
                  <a:lnTo>
                    <a:pt x="56928" y="120865"/>
                  </a:lnTo>
                  <a:lnTo>
                    <a:pt x="86423" y="86471"/>
                  </a:lnTo>
                  <a:lnTo>
                    <a:pt x="120810" y="56965"/>
                  </a:lnTo>
                  <a:lnTo>
                    <a:pt x="159483" y="32956"/>
                  </a:lnTo>
                  <a:lnTo>
                    <a:pt x="201834" y="15053"/>
                  </a:lnTo>
                  <a:lnTo>
                    <a:pt x="247258" y="3864"/>
                  </a:lnTo>
                  <a:lnTo>
                    <a:pt x="295148" y="0"/>
                  </a:lnTo>
                  <a:lnTo>
                    <a:pt x="4033901" y="0"/>
                  </a:lnTo>
                  <a:lnTo>
                    <a:pt x="4081790" y="3864"/>
                  </a:lnTo>
                  <a:lnTo>
                    <a:pt x="4127214" y="15053"/>
                  </a:lnTo>
                  <a:lnTo>
                    <a:pt x="4169565" y="32956"/>
                  </a:lnTo>
                  <a:lnTo>
                    <a:pt x="4208238" y="56965"/>
                  </a:lnTo>
                  <a:lnTo>
                    <a:pt x="4242625" y="86471"/>
                  </a:lnTo>
                  <a:lnTo>
                    <a:pt x="4272120" y="120865"/>
                  </a:lnTo>
                  <a:lnTo>
                    <a:pt x="4296116" y="159539"/>
                  </a:lnTo>
                  <a:lnTo>
                    <a:pt x="4314008" y="201883"/>
                  </a:lnTo>
                  <a:lnTo>
                    <a:pt x="4325187" y="247289"/>
                  </a:lnTo>
                  <a:lnTo>
                    <a:pt x="4329049" y="295148"/>
                  </a:lnTo>
                  <a:lnTo>
                    <a:pt x="4325184" y="343037"/>
                  </a:lnTo>
                  <a:lnTo>
                    <a:pt x="4313995" y="388461"/>
                  </a:lnTo>
                  <a:lnTo>
                    <a:pt x="4296092" y="430812"/>
                  </a:lnTo>
                  <a:lnTo>
                    <a:pt x="4272083" y="469485"/>
                  </a:lnTo>
                  <a:lnTo>
                    <a:pt x="4242577" y="503872"/>
                  </a:lnTo>
                  <a:lnTo>
                    <a:pt x="4208183" y="533367"/>
                  </a:lnTo>
                  <a:lnTo>
                    <a:pt x="4169509" y="557363"/>
                  </a:lnTo>
                  <a:lnTo>
                    <a:pt x="4127165" y="575255"/>
                  </a:lnTo>
                  <a:lnTo>
                    <a:pt x="4081759" y="586434"/>
                  </a:lnTo>
                  <a:lnTo>
                    <a:pt x="4033901" y="590296"/>
                  </a:lnTo>
                  <a:lnTo>
                    <a:pt x="295148" y="590296"/>
                  </a:lnTo>
                  <a:lnTo>
                    <a:pt x="247258" y="586434"/>
                  </a:lnTo>
                  <a:lnTo>
                    <a:pt x="201834" y="575255"/>
                  </a:lnTo>
                  <a:lnTo>
                    <a:pt x="159483" y="557363"/>
                  </a:lnTo>
                  <a:lnTo>
                    <a:pt x="120810" y="533367"/>
                  </a:lnTo>
                  <a:lnTo>
                    <a:pt x="86423" y="503872"/>
                  </a:lnTo>
                  <a:lnTo>
                    <a:pt x="56928" y="469485"/>
                  </a:lnTo>
                  <a:lnTo>
                    <a:pt x="32932" y="430812"/>
                  </a:lnTo>
                  <a:lnTo>
                    <a:pt x="15040" y="388461"/>
                  </a:lnTo>
                  <a:lnTo>
                    <a:pt x="3861" y="343037"/>
                  </a:lnTo>
                  <a:lnTo>
                    <a:pt x="0" y="295148"/>
                  </a:lnTo>
                  <a:close/>
                </a:path>
              </a:pathLst>
            </a:custGeom>
            <a:ln w="952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213092" y="2252472"/>
              <a:ext cx="650773" cy="681227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7261225" y="2277491"/>
              <a:ext cx="559435" cy="590550"/>
            </a:xfrm>
            <a:custGeom>
              <a:avLst/>
              <a:gdLst/>
              <a:ahLst/>
              <a:cxnLst/>
              <a:rect l="l" t="t" r="r" b="b"/>
              <a:pathLst>
                <a:path w="559434" h="590550">
                  <a:moveTo>
                    <a:pt x="279653" y="0"/>
                  </a:moveTo>
                  <a:lnTo>
                    <a:pt x="234296" y="3864"/>
                  </a:lnTo>
                  <a:lnTo>
                    <a:pt x="191268" y="15053"/>
                  </a:lnTo>
                  <a:lnTo>
                    <a:pt x="151144" y="32956"/>
                  </a:lnTo>
                  <a:lnTo>
                    <a:pt x="114501" y="56965"/>
                  </a:lnTo>
                  <a:lnTo>
                    <a:pt x="81915" y="86471"/>
                  </a:lnTo>
                  <a:lnTo>
                    <a:pt x="53961" y="120865"/>
                  </a:lnTo>
                  <a:lnTo>
                    <a:pt x="31217" y="159539"/>
                  </a:lnTo>
                  <a:lnTo>
                    <a:pt x="14258" y="201883"/>
                  </a:lnTo>
                  <a:lnTo>
                    <a:pt x="3660" y="247289"/>
                  </a:lnTo>
                  <a:lnTo>
                    <a:pt x="0" y="295148"/>
                  </a:lnTo>
                  <a:lnTo>
                    <a:pt x="3660" y="343037"/>
                  </a:lnTo>
                  <a:lnTo>
                    <a:pt x="14258" y="388461"/>
                  </a:lnTo>
                  <a:lnTo>
                    <a:pt x="31217" y="430812"/>
                  </a:lnTo>
                  <a:lnTo>
                    <a:pt x="53961" y="469485"/>
                  </a:lnTo>
                  <a:lnTo>
                    <a:pt x="81915" y="503872"/>
                  </a:lnTo>
                  <a:lnTo>
                    <a:pt x="114501" y="533367"/>
                  </a:lnTo>
                  <a:lnTo>
                    <a:pt x="151144" y="557363"/>
                  </a:lnTo>
                  <a:lnTo>
                    <a:pt x="191268" y="575255"/>
                  </a:lnTo>
                  <a:lnTo>
                    <a:pt x="234296" y="586434"/>
                  </a:lnTo>
                  <a:lnTo>
                    <a:pt x="279653" y="590296"/>
                  </a:lnTo>
                  <a:lnTo>
                    <a:pt x="325045" y="586434"/>
                  </a:lnTo>
                  <a:lnTo>
                    <a:pt x="368101" y="575255"/>
                  </a:lnTo>
                  <a:lnTo>
                    <a:pt x="408247" y="557363"/>
                  </a:lnTo>
                  <a:lnTo>
                    <a:pt x="444906" y="533367"/>
                  </a:lnTo>
                  <a:lnTo>
                    <a:pt x="477504" y="503872"/>
                  </a:lnTo>
                  <a:lnTo>
                    <a:pt x="505465" y="469485"/>
                  </a:lnTo>
                  <a:lnTo>
                    <a:pt x="528213" y="430812"/>
                  </a:lnTo>
                  <a:lnTo>
                    <a:pt x="545175" y="388461"/>
                  </a:lnTo>
                  <a:lnTo>
                    <a:pt x="555774" y="343037"/>
                  </a:lnTo>
                  <a:lnTo>
                    <a:pt x="559434" y="295148"/>
                  </a:lnTo>
                  <a:lnTo>
                    <a:pt x="555774" y="247289"/>
                  </a:lnTo>
                  <a:lnTo>
                    <a:pt x="545175" y="201883"/>
                  </a:lnTo>
                  <a:lnTo>
                    <a:pt x="528213" y="159539"/>
                  </a:lnTo>
                  <a:lnTo>
                    <a:pt x="505465" y="120865"/>
                  </a:lnTo>
                  <a:lnTo>
                    <a:pt x="477504" y="86471"/>
                  </a:lnTo>
                  <a:lnTo>
                    <a:pt x="444906" y="56965"/>
                  </a:lnTo>
                  <a:lnTo>
                    <a:pt x="408247" y="32956"/>
                  </a:lnTo>
                  <a:lnTo>
                    <a:pt x="368101" y="15053"/>
                  </a:lnTo>
                  <a:lnTo>
                    <a:pt x="325045" y="3864"/>
                  </a:lnTo>
                  <a:lnTo>
                    <a:pt x="279653" y="0"/>
                  </a:lnTo>
                  <a:close/>
                </a:path>
              </a:pathLst>
            </a:custGeom>
            <a:solidFill>
              <a:srgbClr val="1741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261225" y="2277491"/>
              <a:ext cx="559435" cy="590550"/>
            </a:xfrm>
            <a:custGeom>
              <a:avLst/>
              <a:gdLst/>
              <a:ahLst/>
              <a:cxnLst/>
              <a:rect l="l" t="t" r="r" b="b"/>
              <a:pathLst>
                <a:path w="559434" h="590550">
                  <a:moveTo>
                    <a:pt x="0" y="295148"/>
                  </a:moveTo>
                  <a:lnTo>
                    <a:pt x="3660" y="247289"/>
                  </a:lnTo>
                  <a:lnTo>
                    <a:pt x="14258" y="201883"/>
                  </a:lnTo>
                  <a:lnTo>
                    <a:pt x="31217" y="159539"/>
                  </a:lnTo>
                  <a:lnTo>
                    <a:pt x="53961" y="120865"/>
                  </a:lnTo>
                  <a:lnTo>
                    <a:pt x="81915" y="86471"/>
                  </a:lnTo>
                  <a:lnTo>
                    <a:pt x="114501" y="56965"/>
                  </a:lnTo>
                  <a:lnTo>
                    <a:pt x="151144" y="32956"/>
                  </a:lnTo>
                  <a:lnTo>
                    <a:pt x="191268" y="15053"/>
                  </a:lnTo>
                  <a:lnTo>
                    <a:pt x="234296" y="3864"/>
                  </a:lnTo>
                  <a:lnTo>
                    <a:pt x="279653" y="0"/>
                  </a:lnTo>
                  <a:lnTo>
                    <a:pt x="325045" y="3864"/>
                  </a:lnTo>
                  <a:lnTo>
                    <a:pt x="368101" y="15053"/>
                  </a:lnTo>
                  <a:lnTo>
                    <a:pt x="408247" y="32956"/>
                  </a:lnTo>
                  <a:lnTo>
                    <a:pt x="444906" y="56965"/>
                  </a:lnTo>
                  <a:lnTo>
                    <a:pt x="477504" y="86471"/>
                  </a:lnTo>
                  <a:lnTo>
                    <a:pt x="505465" y="120865"/>
                  </a:lnTo>
                  <a:lnTo>
                    <a:pt x="528213" y="159539"/>
                  </a:lnTo>
                  <a:lnTo>
                    <a:pt x="545175" y="201883"/>
                  </a:lnTo>
                  <a:lnTo>
                    <a:pt x="555774" y="247289"/>
                  </a:lnTo>
                  <a:lnTo>
                    <a:pt x="559434" y="295148"/>
                  </a:lnTo>
                  <a:lnTo>
                    <a:pt x="555774" y="343037"/>
                  </a:lnTo>
                  <a:lnTo>
                    <a:pt x="545175" y="388461"/>
                  </a:lnTo>
                  <a:lnTo>
                    <a:pt x="528213" y="430812"/>
                  </a:lnTo>
                  <a:lnTo>
                    <a:pt x="505465" y="469485"/>
                  </a:lnTo>
                  <a:lnTo>
                    <a:pt x="477504" y="503872"/>
                  </a:lnTo>
                  <a:lnTo>
                    <a:pt x="444906" y="533367"/>
                  </a:lnTo>
                  <a:lnTo>
                    <a:pt x="408247" y="557363"/>
                  </a:lnTo>
                  <a:lnTo>
                    <a:pt x="368101" y="575255"/>
                  </a:lnTo>
                  <a:lnTo>
                    <a:pt x="325045" y="586434"/>
                  </a:lnTo>
                  <a:lnTo>
                    <a:pt x="279653" y="590296"/>
                  </a:lnTo>
                  <a:lnTo>
                    <a:pt x="234296" y="586434"/>
                  </a:lnTo>
                  <a:lnTo>
                    <a:pt x="191268" y="575255"/>
                  </a:lnTo>
                  <a:lnTo>
                    <a:pt x="151144" y="557363"/>
                  </a:lnTo>
                  <a:lnTo>
                    <a:pt x="114501" y="533367"/>
                  </a:lnTo>
                  <a:lnTo>
                    <a:pt x="81915" y="503872"/>
                  </a:lnTo>
                  <a:lnTo>
                    <a:pt x="53961" y="469485"/>
                  </a:lnTo>
                  <a:lnTo>
                    <a:pt x="31217" y="430812"/>
                  </a:lnTo>
                  <a:lnTo>
                    <a:pt x="14258" y="388461"/>
                  </a:lnTo>
                  <a:lnTo>
                    <a:pt x="3660" y="343037"/>
                  </a:lnTo>
                  <a:lnTo>
                    <a:pt x="0" y="295148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4" name="object 74"/>
          <p:cNvGrpSpPr/>
          <p:nvPr/>
        </p:nvGrpSpPr>
        <p:grpSpPr>
          <a:xfrm>
            <a:off x="7229856" y="3826751"/>
            <a:ext cx="4403090" cy="680085"/>
            <a:chOff x="7229856" y="3826751"/>
            <a:chExt cx="4403090" cy="680085"/>
          </a:xfrm>
        </p:grpSpPr>
        <p:pic>
          <p:nvPicPr>
            <p:cNvPr id="75" name="object 7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231367" y="3835814"/>
              <a:ext cx="4401337" cy="661590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7269226" y="3850894"/>
              <a:ext cx="4329430" cy="590550"/>
            </a:xfrm>
            <a:custGeom>
              <a:avLst/>
              <a:gdLst/>
              <a:ahLst/>
              <a:cxnLst/>
              <a:rect l="l" t="t" r="r" b="b"/>
              <a:pathLst>
                <a:path w="4329430" h="590550">
                  <a:moveTo>
                    <a:pt x="4033901" y="0"/>
                  </a:moveTo>
                  <a:lnTo>
                    <a:pt x="295148" y="0"/>
                  </a:lnTo>
                  <a:lnTo>
                    <a:pt x="247258" y="3864"/>
                  </a:lnTo>
                  <a:lnTo>
                    <a:pt x="201834" y="15053"/>
                  </a:lnTo>
                  <a:lnTo>
                    <a:pt x="159483" y="32956"/>
                  </a:lnTo>
                  <a:lnTo>
                    <a:pt x="120810" y="56965"/>
                  </a:lnTo>
                  <a:lnTo>
                    <a:pt x="86423" y="86471"/>
                  </a:lnTo>
                  <a:lnTo>
                    <a:pt x="56928" y="120865"/>
                  </a:lnTo>
                  <a:lnTo>
                    <a:pt x="32932" y="159539"/>
                  </a:lnTo>
                  <a:lnTo>
                    <a:pt x="15040" y="201883"/>
                  </a:lnTo>
                  <a:lnTo>
                    <a:pt x="3861" y="247289"/>
                  </a:lnTo>
                  <a:lnTo>
                    <a:pt x="0" y="295147"/>
                  </a:lnTo>
                  <a:lnTo>
                    <a:pt x="3861" y="343037"/>
                  </a:lnTo>
                  <a:lnTo>
                    <a:pt x="15040" y="388461"/>
                  </a:lnTo>
                  <a:lnTo>
                    <a:pt x="32932" y="430812"/>
                  </a:lnTo>
                  <a:lnTo>
                    <a:pt x="56928" y="469485"/>
                  </a:lnTo>
                  <a:lnTo>
                    <a:pt x="86423" y="503872"/>
                  </a:lnTo>
                  <a:lnTo>
                    <a:pt x="120810" y="533367"/>
                  </a:lnTo>
                  <a:lnTo>
                    <a:pt x="159483" y="557363"/>
                  </a:lnTo>
                  <a:lnTo>
                    <a:pt x="201834" y="575255"/>
                  </a:lnTo>
                  <a:lnTo>
                    <a:pt x="247258" y="586434"/>
                  </a:lnTo>
                  <a:lnTo>
                    <a:pt x="295148" y="590295"/>
                  </a:lnTo>
                  <a:lnTo>
                    <a:pt x="4033901" y="590295"/>
                  </a:lnTo>
                  <a:lnTo>
                    <a:pt x="4081790" y="586434"/>
                  </a:lnTo>
                  <a:lnTo>
                    <a:pt x="4127214" y="575255"/>
                  </a:lnTo>
                  <a:lnTo>
                    <a:pt x="4169565" y="557363"/>
                  </a:lnTo>
                  <a:lnTo>
                    <a:pt x="4208238" y="533367"/>
                  </a:lnTo>
                  <a:lnTo>
                    <a:pt x="4242625" y="503872"/>
                  </a:lnTo>
                  <a:lnTo>
                    <a:pt x="4272120" y="469485"/>
                  </a:lnTo>
                  <a:lnTo>
                    <a:pt x="4296116" y="430812"/>
                  </a:lnTo>
                  <a:lnTo>
                    <a:pt x="4314008" y="388461"/>
                  </a:lnTo>
                  <a:lnTo>
                    <a:pt x="4325187" y="343037"/>
                  </a:lnTo>
                  <a:lnTo>
                    <a:pt x="4329049" y="295147"/>
                  </a:lnTo>
                  <a:lnTo>
                    <a:pt x="4325187" y="247289"/>
                  </a:lnTo>
                  <a:lnTo>
                    <a:pt x="4314008" y="201883"/>
                  </a:lnTo>
                  <a:lnTo>
                    <a:pt x="4296116" y="159539"/>
                  </a:lnTo>
                  <a:lnTo>
                    <a:pt x="4272120" y="120865"/>
                  </a:lnTo>
                  <a:lnTo>
                    <a:pt x="4242625" y="86471"/>
                  </a:lnTo>
                  <a:lnTo>
                    <a:pt x="4208238" y="56965"/>
                  </a:lnTo>
                  <a:lnTo>
                    <a:pt x="4169565" y="32956"/>
                  </a:lnTo>
                  <a:lnTo>
                    <a:pt x="4127214" y="15053"/>
                  </a:lnTo>
                  <a:lnTo>
                    <a:pt x="4081790" y="3864"/>
                  </a:lnTo>
                  <a:lnTo>
                    <a:pt x="4033901" y="0"/>
                  </a:lnTo>
                  <a:close/>
                </a:path>
              </a:pathLst>
            </a:custGeom>
            <a:solidFill>
              <a:srgbClr val="B8CDE4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269226" y="3850894"/>
              <a:ext cx="4329430" cy="590550"/>
            </a:xfrm>
            <a:custGeom>
              <a:avLst/>
              <a:gdLst/>
              <a:ahLst/>
              <a:cxnLst/>
              <a:rect l="l" t="t" r="r" b="b"/>
              <a:pathLst>
                <a:path w="4329430" h="590550">
                  <a:moveTo>
                    <a:pt x="0" y="295147"/>
                  </a:moveTo>
                  <a:lnTo>
                    <a:pt x="3861" y="247289"/>
                  </a:lnTo>
                  <a:lnTo>
                    <a:pt x="15040" y="201883"/>
                  </a:lnTo>
                  <a:lnTo>
                    <a:pt x="32932" y="159539"/>
                  </a:lnTo>
                  <a:lnTo>
                    <a:pt x="56928" y="120865"/>
                  </a:lnTo>
                  <a:lnTo>
                    <a:pt x="86423" y="86471"/>
                  </a:lnTo>
                  <a:lnTo>
                    <a:pt x="120810" y="56965"/>
                  </a:lnTo>
                  <a:lnTo>
                    <a:pt x="159483" y="32956"/>
                  </a:lnTo>
                  <a:lnTo>
                    <a:pt x="201834" y="15053"/>
                  </a:lnTo>
                  <a:lnTo>
                    <a:pt x="247258" y="3864"/>
                  </a:lnTo>
                  <a:lnTo>
                    <a:pt x="295148" y="0"/>
                  </a:lnTo>
                  <a:lnTo>
                    <a:pt x="4033901" y="0"/>
                  </a:lnTo>
                  <a:lnTo>
                    <a:pt x="4081790" y="3864"/>
                  </a:lnTo>
                  <a:lnTo>
                    <a:pt x="4127214" y="15053"/>
                  </a:lnTo>
                  <a:lnTo>
                    <a:pt x="4169565" y="32956"/>
                  </a:lnTo>
                  <a:lnTo>
                    <a:pt x="4208238" y="56965"/>
                  </a:lnTo>
                  <a:lnTo>
                    <a:pt x="4242625" y="86471"/>
                  </a:lnTo>
                  <a:lnTo>
                    <a:pt x="4272120" y="120865"/>
                  </a:lnTo>
                  <a:lnTo>
                    <a:pt x="4296116" y="159539"/>
                  </a:lnTo>
                  <a:lnTo>
                    <a:pt x="4314008" y="201883"/>
                  </a:lnTo>
                  <a:lnTo>
                    <a:pt x="4325187" y="247289"/>
                  </a:lnTo>
                  <a:lnTo>
                    <a:pt x="4329049" y="295147"/>
                  </a:lnTo>
                  <a:lnTo>
                    <a:pt x="4325187" y="343037"/>
                  </a:lnTo>
                  <a:lnTo>
                    <a:pt x="4314008" y="388461"/>
                  </a:lnTo>
                  <a:lnTo>
                    <a:pt x="4296116" y="430812"/>
                  </a:lnTo>
                  <a:lnTo>
                    <a:pt x="4272120" y="469485"/>
                  </a:lnTo>
                  <a:lnTo>
                    <a:pt x="4242625" y="503872"/>
                  </a:lnTo>
                  <a:lnTo>
                    <a:pt x="4208238" y="533367"/>
                  </a:lnTo>
                  <a:lnTo>
                    <a:pt x="4169565" y="557363"/>
                  </a:lnTo>
                  <a:lnTo>
                    <a:pt x="4127214" y="575255"/>
                  </a:lnTo>
                  <a:lnTo>
                    <a:pt x="4081790" y="586434"/>
                  </a:lnTo>
                  <a:lnTo>
                    <a:pt x="4033901" y="590295"/>
                  </a:lnTo>
                  <a:lnTo>
                    <a:pt x="295148" y="590295"/>
                  </a:lnTo>
                  <a:lnTo>
                    <a:pt x="247258" y="586434"/>
                  </a:lnTo>
                  <a:lnTo>
                    <a:pt x="201834" y="575255"/>
                  </a:lnTo>
                  <a:lnTo>
                    <a:pt x="159483" y="557363"/>
                  </a:lnTo>
                  <a:lnTo>
                    <a:pt x="120810" y="533367"/>
                  </a:lnTo>
                  <a:lnTo>
                    <a:pt x="86423" y="503872"/>
                  </a:lnTo>
                  <a:lnTo>
                    <a:pt x="56928" y="469485"/>
                  </a:lnTo>
                  <a:lnTo>
                    <a:pt x="32932" y="430812"/>
                  </a:lnTo>
                  <a:lnTo>
                    <a:pt x="15040" y="388461"/>
                  </a:lnTo>
                  <a:lnTo>
                    <a:pt x="3861" y="343037"/>
                  </a:lnTo>
                  <a:lnTo>
                    <a:pt x="0" y="295147"/>
                  </a:lnTo>
                  <a:close/>
                </a:path>
              </a:pathLst>
            </a:custGeom>
            <a:ln w="952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229856" y="3826751"/>
              <a:ext cx="649249" cy="679716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7277100" y="3850894"/>
              <a:ext cx="559435" cy="590550"/>
            </a:xfrm>
            <a:custGeom>
              <a:avLst/>
              <a:gdLst/>
              <a:ahLst/>
              <a:cxnLst/>
              <a:rect l="l" t="t" r="r" b="b"/>
              <a:pathLst>
                <a:path w="559434" h="590550">
                  <a:moveTo>
                    <a:pt x="279653" y="0"/>
                  </a:moveTo>
                  <a:lnTo>
                    <a:pt x="234296" y="3864"/>
                  </a:lnTo>
                  <a:lnTo>
                    <a:pt x="191268" y="15053"/>
                  </a:lnTo>
                  <a:lnTo>
                    <a:pt x="151144" y="32956"/>
                  </a:lnTo>
                  <a:lnTo>
                    <a:pt x="114501" y="56965"/>
                  </a:lnTo>
                  <a:lnTo>
                    <a:pt x="81915" y="86471"/>
                  </a:lnTo>
                  <a:lnTo>
                    <a:pt x="53961" y="120865"/>
                  </a:lnTo>
                  <a:lnTo>
                    <a:pt x="31217" y="159539"/>
                  </a:lnTo>
                  <a:lnTo>
                    <a:pt x="14258" y="201883"/>
                  </a:lnTo>
                  <a:lnTo>
                    <a:pt x="3660" y="247289"/>
                  </a:lnTo>
                  <a:lnTo>
                    <a:pt x="0" y="295147"/>
                  </a:lnTo>
                  <a:lnTo>
                    <a:pt x="3660" y="343037"/>
                  </a:lnTo>
                  <a:lnTo>
                    <a:pt x="14258" y="388461"/>
                  </a:lnTo>
                  <a:lnTo>
                    <a:pt x="31217" y="430812"/>
                  </a:lnTo>
                  <a:lnTo>
                    <a:pt x="53961" y="469485"/>
                  </a:lnTo>
                  <a:lnTo>
                    <a:pt x="81915" y="503872"/>
                  </a:lnTo>
                  <a:lnTo>
                    <a:pt x="114501" y="533367"/>
                  </a:lnTo>
                  <a:lnTo>
                    <a:pt x="151144" y="557363"/>
                  </a:lnTo>
                  <a:lnTo>
                    <a:pt x="191268" y="575255"/>
                  </a:lnTo>
                  <a:lnTo>
                    <a:pt x="234296" y="586434"/>
                  </a:lnTo>
                  <a:lnTo>
                    <a:pt x="279653" y="590295"/>
                  </a:lnTo>
                  <a:lnTo>
                    <a:pt x="325045" y="586434"/>
                  </a:lnTo>
                  <a:lnTo>
                    <a:pt x="368101" y="575255"/>
                  </a:lnTo>
                  <a:lnTo>
                    <a:pt x="408247" y="557363"/>
                  </a:lnTo>
                  <a:lnTo>
                    <a:pt x="444906" y="533367"/>
                  </a:lnTo>
                  <a:lnTo>
                    <a:pt x="477504" y="503872"/>
                  </a:lnTo>
                  <a:lnTo>
                    <a:pt x="505465" y="469485"/>
                  </a:lnTo>
                  <a:lnTo>
                    <a:pt x="528213" y="430812"/>
                  </a:lnTo>
                  <a:lnTo>
                    <a:pt x="545175" y="388461"/>
                  </a:lnTo>
                  <a:lnTo>
                    <a:pt x="555774" y="343037"/>
                  </a:lnTo>
                  <a:lnTo>
                    <a:pt x="559434" y="295147"/>
                  </a:lnTo>
                  <a:lnTo>
                    <a:pt x="555774" y="247289"/>
                  </a:lnTo>
                  <a:lnTo>
                    <a:pt x="545175" y="201883"/>
                  </a:lnTo>
                  <a:lnTo>
                    <a:pt x="528213" y="159539"/>
                  </a:lnTo>
                  <a:lnTo>
                    <a:pt x="505465" y="120865"/>
                  </a:lnTo>
                  <a:lnTo>
                    <a:pt x="477504" y="86471"/>
                  </a:lnTo>
                  <a:lnTo>
                    <a:pt x="444906" y="56965"/>
                  </a:lnTo>
                  <a:lnTo>
                    <a:pt x="408247" y="32956"/>
                  </a:lnTo>
                  <a:lnTo>
                    <a:pt x="368101" y="15053"/>
                  </a:lnTo>
                  <a:lnTo>
                    <a:pt x="325045" y="3864"/>
                  </a:lnTo>
                  <a:lnTo>
                    <a:pt x="279653" y="0"/>
                  </a:lnTo>
                  <a:close/>
                </a:path>
              </a:pathLst>
            </a:custGeom>
            <a:solidFill>
              <a:srgbClr val="1741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7277100" y="3850894"/>
              <a:ext cx="559435" cy="590550"/>
            </a:xfrm>
            <a:custGeom>
              <a:avLst/>
              <a:gdLst/>
              <a:ahLst/>
              <a:cxnLst/>
              <a:rect l="l" t="t" r="r" b="b"/>
              <a:pathLst>
                <a:path w="559434" h="590550">
                  <a:moveTo>
                    <a:pt x="0" y="295147"/>
                  </a:moveTo>
                  <a:lnTo>
                    <a:pt x="3660" y="247289"/>
                  </a:lnTo>
                  <a:lnTo>
                    <a:pt x="14258" y="201883"/>
                  </a:lnTo>
                  <a:lnTo>
                    <a:pt x="31217" y="159539"/>
                  </a:lnTo>
                  <a:lnTo>
                    <a:pt x="53961" y="120865"/>
                  </a:lnTo>
                  <a:lnTo>
                    <a:pt x="81915" y="86471"/>
                  </a:lnTo>
                  <a:lnTo>
                    <a:pt x="114501" y="56965"/>
                  </a:lnTo>
                  <a:lnTo>
                    <a:pt x="151144" y="32956"/>
                  </a:lnTo>
                  <a:lnTo>
                    <a:pt x="191268" y="15053"/>
                  </a:lnTo>
                  <a:lnTo>
                    <a:pt x="234296" y="3864"/>
                  </a:lnTo>
                  <a:lnTo>
                    <a:pt x="279653" y="0"/>
                  </a:lnTo>
                  <a:lnTo>
                    <a:pt x="325045" y="3864"/>
                  </a:lnTo>
                  <a:lnTo>
                    <a:pt x="368101" y="15053"/>
                  </a:lnTo>
                  <a:lnTo>
                    <a:pt x="408247" y="32956"/>
                  </a:lnTo>
                  <a:lnTo>
                    <a:pt x="444906" y="56965"/>
                  </a:lnTo>
                  <a:lnTo>
                    <a:pt x="477504" y="86471"/>
                  </a:lnTo>
                  <a:lnTo>
                    <a:pt x="505465" y="120865"/>
                  </a:lnTo>
                  <a:lnTo>
                    <a:pt x="528213" y="159539"/>
                  </a:lnTo>
                  <a:lnTo>
                    <a:pt x="545175" y="201883"/>
                  </a:lnTo>
                  <a:lnTo>
                    <a:pt x="555774" y="247289"/>
                  </a:lnTo>
                  <a:lnTo>
                    <a:pt x="559434" y="295147"/>
                  </a:lnTo>
                  <a:lnTo>
                    <a:pt x="555774" y="343037"/>
                  </a:lnTo>
                  <a:lnTo>
                    <a:pt x="545175" y="388461"/>
                  </a:lnTo>
                  <a:lnTo>
                    <a:pt x="528213" y="430812"/>
                  </a:lnTo>
                  <a:lnTo>
                    <a:pt x="505465" y="469485"/>
                  </a:lnTo>
                  <a:lnTo>
                    <a:pt x="477504" y="503872"/>
                  </a:lnTo>
                  <a:lnTo>
                    <a:pt x="444906" y="533367"/>
                  </a:lnTo>
                  <a:lnTo>
                    <a:pt x="408247" y="557363"/>
                  </a:lnTo>
                  <a:lnTo>
                    <a:pt x="368101" y="575255"/>
                  </a:lnTo>
                  <a:lnTo>
                    <a:pt x="325045" y="586434"/>
                  </a:lnTo>
                  <a:lnTo>
                    <a:pt x="279653" y="590295"/>
                  </a:lnTo>
                  <a:lnTo>
                    <a:pt x="234296" y="586434"/>
                  </a:lnTo>
                  <a:lnTo>
                    <a:pt x="191268" y="575255"/>
                  </a:lnTo>
                  <a:lnTo>
                    <a:pt x="151144" y="557363"/>
                  </a:lnTo>
                  <a:lnTo>
                    <a:pt x="114501" y="533367"/>
                  </a:lnTo>
                  <a:lnTo>
                    <a:pt x="81915" y="503872"/>
                  </a:lnTo>
                  <a:lnTo>
                    <a:pt x="53961" y="469485"/>
                  </a:lnTo>
                  <a:lnTo>
                    <a:pt x="31217" y="430812"/>
                  </a:lnTo>
                  <a:lnTo>
                    <a:pt x="14258" y="388461"/>
                  </a:lnTo>
                  <a:lnTo>
                    <a:pt x="3660" y="343037"/>
                  </a:lnTo>
                  <a:lnTo>
                    <a:pt x="0" y="295147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1" name="object 81"/>
          <p:cNvGrpSpPr/>
          <p:nvPr/>
        </p:nvGrpSpPr>
        <p:grpSpPr>
          <a:xfrm>
            <a:off x="7222223" y="3040367"/>
            <a:ext cx="4401820" cy="680085"/>
            <a:chOff x="7222223" y="3040367"/>
            <a:chExt cx="4401820" cy="680085"/>
          </a:xfrm>
        </p:grpSpPr>
        <p:pic>
          <p:nvPicPr>
            <p:cNvPr id="82" name="object 8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222223" y="3049430"/>
              <a:ext cx="4401337" cy="661590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7261225" y="3064256"/>
              <a:ext cx="4329430" cy="590550"/>
            </a:xfrm>
            <a:custGeom>
              <a:avLst/>
              <a:gdLst/>
              <a:ahLst/>
              <a:cxnLst/>
              <a:rect l="l" t="t" r="r" b="b"/>
              <a:pathLst>
                <a:path w="4329430" h="590550">
                  <a:moveTo>
                    <a:pt x="4033901" y="0"/>
                  </a:moveTo>
                  <a:lnTo>
                    <a:pt x="295148" y="0"/>
                  </a:lnTo>
                  <a:lnTo>
                    <a:pt x="247289" y="3861"/>
                  </a:lnTo>
                  <a:lnTo>
                    <a:pt x="201883" y="15040"/>
                  </a:lnTo>
                  <a:lnTo>
                    <a:pt x="159539" y="32932"/>
                  </a:lnTo>
                  <a:lnTo>
                    <a:pt x="120865" y="56928"/>
                  </a:lnTo>
                  <a:lnTo>
                    <a:pt x="86471" y="86423"/>
                  </a:lnTo>
                  <a:lnTo>
                    <a:pt x="56965" y="120810"/>
                  </a:lnTo>
                  <a:lnTo>
                    <a:pt x="32956" y="159483"/>
                  </a:lnTo>
                  <a:lnTo>
                    <a:pt x="15053" y="201834"/>
                  </a:lnTo>
                  <a:lnTo>
                    <a:pt x="3864" y="247258"/>
                  </a:lnTo>
                  <a:lnTo>
                    <a:pt x="0" y="295148"/>
                  </a:lnTo>
                  <a:lnTo>
                    <a:pt x="3864" y="343006"/>
                  </a:lnTo>
                  <a:lnTo>
                    <a:pt x="15053" y="388412"/>
                  </a:lnTo>
                  <a:lnTo>
                    <a:pt x="32956" y="430756"/>
                  </a:lnTo>
                  <a:lnTo>
                    <a:pt x="56965" y="469430"/>
                  </a:lnTo>
                  <a:lnTo>
                    <a:pt x="86471" y="503824"/>
                  </a:lnTo>
                  <a:lnTo>
                    <a:pt x="120865" y="533330"/>
                  </a:lnTo>
                  <a:lnTo>
                    <a:pt x="159539" y="557339"/>
                  </a:lnTo>
                  <a:lnTo>
                    <a:pt x="201883" y="575242"/>
                  </a:lnTo>
                  <a:lnTo>
                    <a:pt x="247289" y="586431"/>
                  </a:lnTo>
                  <a:lnTo>
                    <a:pt x="295148" y="590296"/>
                  </a:lnTo>
                  <a:lnTo>
                    <a:pt x="4033901" y="590296"/>
                  </a:lnTo>
                  <a:lnTo>
                    <a:pt x="4081794" y="586431"/>
                  </a:lnTo>
                  <a:lnTo>
                    <a:pt x="4127227" y="575242"/>
                  </a:lnTo>
                  <a:lnTo>
                    <a:pt x="4169593" y="557339"/>
                  </a:lnTo>
                  <a:lnTo>
                    <a:pt x="4208283" y="533330"/>
                  </a:lnTo>
                  <a:lnTo>
                    <a:pt x="4242688" y="503824"/>
                  </a:lnTo>
                  <a:lnTo>
                    <a:pt x="4272202" y="469430"/>
                  </a:lnTo>
                  <a:lnTo>
                    <a:pt x="4296216" y="430756"/>
                  </a:lnTo>
                  <a:lnTo>
                    <a:pt x="4314121" y="388412"/>
                  </a:lnTo>
                  <a:lnTo>
                    <a:pt x="4325311" y="343006"/>
                  </a:lnTo>
                  <a:lnTo>
                    <a:pt x="4329176" y="295148"/>
                  </a:lnTo>
                  <a:lnTo>
                    <a:pt x="4325311" y="247258"/>
                  </a:lnTo>
                  <a:lnTo>
                    <a:pt x="4314121" y="201834"/>
                  </a:lnTo>
                  <a:lnTo>
                    <a:pt x="4296216" y="159483"/>
                  </a:lnTo>
                  <a:lnTo>
                    <a:pt x="4272202" y="120810"/>
                  </a:lnTo>
                  <a:lnTo>
                    <a:pt x="4242688" y="86423"/>
                  </a:lnTo>
                  <a:lnTo>
                    <a:pt x="4208283" y="56928"/>
                  </a:lnTo>
                  <a:lnTo>
                    <a:pt x="4169593" y="32932"/>
                  </a:lnTo>
                  <a:lnTo>
                    <a:pt x="4127227" y="15040"/>
                  </a:lnTo>
                  <a:lnTo>
                    <a:pt x="4081794" y="3861"/>
                  </a:lnTo>
                  <a:lnTo>
                    <a:pt x="4033901" y="0"/>
                  </a:lnTo>
                  <a:close/>
                </a:path>
              </a:pathLst>
            </a:custGeom>
            <a:solidFill>
              <a:srgbClr val="B8CDE4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261225" y="3064256"/>
              <a:ext cx="4329430" cy="590550"/>
            </a:xfrm>
            <a:custGeom>
              <a:avLst/>
              <a:gdLst/>
              <a:ahLst/>
              <a:cxnLst/>
              <a:rect l="l" t="t" r="r" b="b"/>
              <a:pathLst>
                <a:path w="4329430" h="590550">
                  <a:moveTo>
                    <a:pt x="0" y="295148"/>
                  </a:moveTo>
                  <a:lnTo>
                    <a:pt x="3864" y="247258"/>
                  </a:lnTo>
                  <a:lnTo>
                    <a:pt x="15053" y="201834"/>
                  </a:lnTo>
                  <a:lnTo>
                    <a:pt x="32956" y="159483"/>
                  </a:lnTo>
                  <a:lnTo>
                    <a:pt x="56965" y="120810"/>
                  </a:lnTo>
                  <a:lnTo>
                    <a:pt x="86471" y="86423"/>
                  </a:lnTo>
                  <a:lnTo>
                    <a:pt x="120865" y="56928"/>
                  </a:lnTo>
                  <a:lnTo>
                    <a:pt x="159539" y="32932"/>
                  </a:lnTo>
                  <a:lnTo>
                    <a:pt x="201883" y="15040"/>
                  </a:lnTo>
                  <a:lnTo>
                    <a:pt x="247289" y="3861"/>
                  </a:lnTo>
                  <a:lnTo>
                    <a:pt x="295148" y="0"/>
                  </a:lnTo>
                  <a:lnTo>
                    <a:pt x="4033901" y="0"/>
                  </a:lnTo>
                  <a:lnTo>
                    <a:pt x="4081794" y="3861"/>
                  </a:lnTo>
                  <a:lnTo>
                    <a:pt x="4127227" y="15040"/>
                  </a:lnTo>
                  <a:lnTo>
                    <a:pt x="4169593" y="32932"/>
                  </a:lnTo>
                  <a:lnTo>
                    <a:pt x="4208283" y="56928"/>
                  </a:lnTo>
                  <a:lnTo>
                    <a:pt x="4242688" y="86423"/>
                  </a:lnTo>
                  <a:lnTo>
                    <a:pt x="4272202" y="120810"/>
                  </a:lnTo>
                  <a:lnTo>
                    <a:pt x="4296216" y="159483"/>
                  </a:lnTo>
                  <a:lnTo>
                    <a:pt x="4314121" y="201834"/>
                  </a:lnTo>
                  <a:lnTo>
                    <a:pt x="4325311" y="247258"/>
                  </a:lnTo>
                  <a:lnTo>
                    <a:pt x="4329176" y="295148"/>
                  </a:lnTo>
                  <a:lnTo>
                    <a:pt x="4325311" y="343006"/>
                  </a:lnTo>
                  <a:lnTo>
                    <a:pt x="4314121" y="388412"/>
                  </a:lnTo>
                  <a:lnTo>
                    <a:pt x="4296216" y="430756"/>
                  </a:lnTo>
                  <a:lnTo>
                    <a:pt x="4272202" y="469430"/>
                  </a:lnTo>
                  <a:lnTo>
                    <a:pt x="4242688" y="503824"/>
                  </a:lnTo>
                  <a:lnTo>
                    <a:pt x="4208283" y="533330"/>
                  </a:lnTo>
                  <a:lnTo>
                    <a:pt x="4169593" y="557339"/>
                  </a:lnTo>
                  <a:lnTo>
                    <a:pt x="4127227" y="575242"/>
                  </a:lnTo>
                  <a:lnTo>
                    <a:pt x="4081794" y="586431"/>
                  </a:lnTo>
                  <a:lnTo>
                    <a:pt x="4033901" y="590296"/>
                  </a:lnTo>
                  <a:lnTo>
                    <a:pt x="295148" y="590296"/>
                  </a:lnTo>
                  <a:lnTo>
                    <a:pt x="247289" y="586431"/>
                  </a:lnTo>
                  <a:lnTo>
                    <a:pt x="201883" y="575242"/>
                  </a:lnTo>
                  <a:lnTo>
                    <a:pt x="159539" y="557339"/>
                  </a:lnTo>
                  <a:lnTo>
                    <a:pt x="120865" y="533330"/>
                  </a:lnTo>
                  <a:lnTo>
                    <a:pt x="86471" y="503824"/>
                  </a:lnTo>
                  <a:lnTo>
                    <a:pt x="56965" y="469430"/>
                  </a:lnTo>
                  <a:lnTo>
                    <a:pt x="32956" y="430756"/>
                  </a:lnTo>
                  <a:lnTo>
                    <a:pt x="15053" y="388412"/>
                  </a:lnTo>
                  <a:lnTo>
                    <a:pt x="3864" y="343006"/>
                  </a:lnTo>
                  <a:lnTo>
                    <a:pt x="0" y="295148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222236" y="3040367"/>
              <a:ext cx="649249" cy="679716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7269226" y="3064256"/>
              <a:ext cx="559435" cy="590550"/>
            </a:xfrm>
            <a:custGeom>
              <a:avLst/>
              <a:gdLst/>
              <a:ahLst/>
              <a:cxnLst/>
              <a:rect l="l" t="t" r="r" b="b"/>
              <a:pathLst>
                <a:path w="559434" h="590550">
                  <a:moveTo>
                    <a:pt x="279653" y="0"/>
                  </a:moveTo>
                  <a:lnTo>
                    <a:pt x="234296" y="3861"/>
                  </a:lnTo>
                  <a:lnTo>
                    <a:pt x="191268" y="15040"/>
                  </a:lnTo>
                  <a:lnTo>
                    <a:pt x="151144" y="32932"/>
                  </a:lnTo>
                  <a:lnTo>
                    <a:pt x="114501" y="56928"/>
                  </a:lnTo>
                  <a:lnTo>
                    <a:pt x="81915" y="86423"/>
                  </a:lnTo>
                  <a:lnTo>
                    <a:pt x="53961" y="120810"/>
                  </a:lnTo>
                  <a:lnTo>
                    <a:pt x="31217" y="159483"/>
                  </a:lnTo>
                  <a:lnTo>
                    <a:pt x="14258" y="201834"/>
                  </a:lnTo>
                  <a:lnTo>
                    <a:pt x="3660" y="247258"/>
                  </a:lnTo>
                  <a:lnTo>
                    <a:pt x="0" y="295148"/>
                  </a:lnTo>
                  <a:lnTo>
                    <a:pt x="3660" y="343006"/>
                  </a:lnTo>
                  <a:lnTo>
                    <a:pt x="14258" y="388412"/>
                  </a:lnTo>
                  <a:lnTo>
                    <a:pt x="31217" y="430756"/>
                  </a:lnTo>
                  <a:lnTo>
                    <a:pt x="53961" y="469430"/>
                  </a:lnTo>
                  <a:lnTo>
                    <a:pt x="81915" y="503824"/>
                  </a:lnTo>
                  <a:lnTo>
                    <a:pt x="114501" y="533330"/>
                  </a:lnTo>
                  <a:lnTo>
                    <a:pt x="151144" y="557339"/>
                  </a:lnTo>
                  <a:lnTo>
                    <a:pt x="191268" y="575242"/>
                  </a:lnTo>
                  <a:lnTo>
                    <a:pt x="234296" y="586431"/>
                  </a:lnTo>
                  <a:lnTo>
                    <a:pt x="279653" y="590296"/>
                  </a:lnTo>
                  <a:lnTo>
                    <a:pt x="325011" y="586431"/>
                  </a:lnTo>
                  <a:lnTo>
                    <a:pt x="368039" y="575242"/>
                  </a:lnTo>
                  <a:lnTo>
                    <a:pt x="408163" y="557339"/>
                  </a:lnTo>
                  <a:lnTo>
                    <a:pt x="444806" y="533330"/>
                  </a:lnTo>
                  <a:lnTo>
                    <a:pt x="477392" y="503824"/>
                  </a:lnTo>
                  <a:lnTo>
                    <a:pt x="505346" y="469430"/>
                  </a:lnTo>
                  <a:lnTo>
                    <a:pt x="528090" y="430756"/>
                  </a:lnTo>
                  <a:lnTo>
                    <a:pt x="545049" y="388412"/>
                  </a:lnTo>
                  <a:lnTo>
                    <a:pt x="555647" y="343006"/>
                  </a:lnTo>
                  <a:lnTo>
                    <a:pt x="559307" y="295148"/>
                  </a:lnTo>
                  <a:lnTo>
                    <a:pt x="555647" y="247258"/>
                  </a:lnTo>
                  <a:lnTo>
                    <a:pt x="545049" y="201834"/>
                  </a:lnTo>
                  <a:lnTo>
                    <a:pt x="528090" y="159483"/>
                  </a:lnTo>
                  <a:lnTo>
                    <a:pt x="505346" y="120810"/>
                  </a:lnTo>
                  <a:lnTo>
                    <a:pt x="477392" y="86423"/>
                  </a:lnTo>
                  <a:lnTo>
                    <a:pt x="444806" y="56928"/>
                  </a:lnTo>
                  <a:lnTo>
                    <a:pt x="408163" y="32932"/>
                  </a:lnTo>
                  <a:lnTo>
                    <a:pt x="368039" y="15040"/>
                  </a:lnTo>
                  <a:lnTo>
                    <a:pt x="325011" y="3861"/>
                  </a:lnTo>
                  <a:lnTo>
                    <a:pt x="279653" y="0"/>
                  </a:lnTo>
                  <a:close/>
                </a:path>
              </a:pathLst>
            </a:custGeom>
            <a:solidFill>
              <a:srgbClr val="1741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269226" y="3064256"/>
              <a:ext cx="559435" cy="590550"/>
            </a:xfrm>
            <a:custGeom>
              <a:avLst/>
              <a:gdLst/>
              <a:ahLst/>
              <a:cxnLst/>
              <a:rect l="l" t="t" r="r" b="b"/>
              <a:pathLst>
                <a:path w="559434" h="590550">
                  <a:moveTo>
                    <a:pt x="0" y="295148"/>
                  </a:moveTo>
                  <a:lnTo>
                    <a:pt x="3660" y="247258"/>
                  </a:lnTo>
                  <a:lnTo>
                    <a:pt x="14258" y="201834"/>
                  </a:lnTo>
                  <a:lnTo>
                    <a:pt x="31217" y="159483"/>
                  </a:lnTo>
                  <a:lnTo>
                    <a:pt x="53961" y="120810"/>
                  </a:lnTo>
                  <a:lnTo>
                    <a:pt x="81915" y="86423"/>
                  </a:lnTo>
                  <a:lnTo>
                    <a:pt x="114501" y="56928"/>
                  </a:lnTo>
                  <a:lnTo>
                    <a:pt x="151144" y="32932"/>
                  </a:lnTo>
                  <a:lnTo>
                    <a:pt x="191268" y="15040"/>
                  </a:lnTo>
                  <a:lnTo>
                    <a:pt x="234296" y="3861"/>
                  </a:lnTo>
                  <a:lnTo>
                    <a:pt x="279653" y="0"/>
                  </a:lnTo>
                  <a:lnTo>
                    <a:pt x="325011" y="3861"/>
                  </a:lnTo>
                  <a:lnTo>
                    <a:pt x="368039" y="15040"/>
                  </a:lnTo>
                  <a:lnTo>
                    <a:pt x="408163" y="32932"/>
                  </a:lnTo>
                  <a:lnTo>
                    <a:pt x="444806" y="56928"/>
                  </a:lnTo>
                  <a:lnTo>
                    <a:pt x="477392" y="86423"/>
                  </a:lnTo>
                  <a:lnTo>
                    <a:pt x="505346" y="120810"/>
                  </a:lnTo>
                  <a:lnTo>
                    <a:pt x="528090" y="159483"/>
                  </a:lnTo>
                  <a:lnTo>
                    <a:pt x="545049" y="201834"/>
                  </a:lnTo>
                  <a:lnTo>
                    <a:pt x="555647" y="247258"/>
                  </a:lnTo>
                  <a:lnTo>
                    <a:pt x="559307" y="295148"/>
                  </a:lnTo>
                  <a:lnTo>
                    <a:pt x="555647" y="343006"/>
                  </a:lnTo>
                  <a:lnTo>
                    <a:pt x="545049" y="388412"/>
                  </a:lnTo>
                  <a:lnTo>
                    <a:pt x="528090" y="430756"/>
                  </a:lnTo>
                  <a:lnTo>
                    <a:pt x="505346" y="469430"/>
                  </a:lnTo>
                  <a:lnTo>
                    <a:pt x="477392" y="503824"/>
                  </a:lnTo>
                  <a:lnTo>
                    <a:pt x="444806" y="533330"/>
                  </a:lnTo>
                  <a:lnTo>
                    <a:pt x="408163" y="557339"/>
                  </a:lnTo>
                  <a:lnTo>
                    <a:pt x="368039" y="575242"/>
                  </a:lnTo>
                  <a:lnTo>
                    <a:pt x="325011" y="586431"/>
                  </a:lnTo>
                  <a:lnTo>
                    <a:pt x="279653" y="590296"/>
                  </a:lnTo>
                  <a:lnTo>
                    <a:pt x="234296" y="586431"/>
                  </a:lnTo>
                  <a:lnTo>
                    <a:pt x="191268" y="575242"/>
                  </a:lnTo>
                  <a:lnTo>
                    <a:pt x="151144" y="557339"/>
                  </a:lnTo>
                  <a:lnTo>
                    <a:pt x="114501" y="533330"/>
                  </a:lnTo>
                  <a:lnTo>
                    <a:pt x="81915" y="503824"/>
                  </a:lnTo>
                  <a:lnTo>
                    <a:pt x="53961" y="469430"/>
                  </a:lnTo>
                  <a:lnTo>
                    <a:pt x="31217" y="430756"/>
                  </a:lnTo>
                  <a:lnTo>
                    <a:pt x="14258" y="388412"/>
                  </a:lnTo>
                  <a:lnTo>
                    <a:pt x="3660" y="343006"/>
                  </a:lnTo>
                  <a:lnTo>
                    <a:pt x="0" y="295148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8" name="object 88"/>
          <p:cNvGrpSpPr/>
          <p:nvPr/>
        </p:nvGrpSpPr>
        <p:grpSpPr>
          <a:xfrm>
            <a:off x="7213092" y="4611623"/>
            <a:ext cx="4403090" cy="681355"/>
            <a:chOff x="7213092" y="4611623"/>
            <a:chExt cx="4403090" cy="681355"/>
          </a:xfrm>
        </p:grpSpPr>
        <p:pic>
          <p:nvPicPr>
            <p:cNvPr id="89" name="object 8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214603" y="4620706"/>
              <a:ext cx="4401337" cy="663061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7253351" y="4636134"/>
              <a:ext cx="4329430" cy="590550"/>
            </a:xfrm>
            <a:custGeom>
              <a:avLst/>
              <a:gdLst/>
              <a:ahLst/>
              <a:cxnLst/>
              <a:rect l="l" t="t" r="r" b="b"/>
              <a:pathLst>
                <a:path w="4329430" h="590550">
                  <a:moveTo>
                    <a:pt x="4033901" y="0"/>
                  </a:moveTo>
                  <a:lnTo>
                    <a:pt x="295148" y="0"/>
                  </a:lnTo>
                  <a:lnTo>
                    <a:pt x="247258" y="3861"/>
                  </a:lnTo>
                  <a:lnTo>
                    <a:pt x="201834" y="15040"/>
                  </a:lnTo>
                  <a:lnTo>
                    <a:pt x="159483" y="32932"/>
                  </a:lnTo>
                  <a:lnTo>
                    <a:pt x="120810" y="56928"/>
                  </a:lnTo>
                  <a:lnTo>
                    <a:pt x="86423" y="86423"/>
                  </a:lnTo>
                  <a:lnTo>
                    <a:pt x="56928" y="120810"/>
                  </a:lnTo>
                  <a:lnTo>
                    <a:pt x="32932" y="159483"/>
                  </a:lnTo>
                  <a:lnTo>
                    <a:pt x="15040" y="201834"/>
                  </a:lnTo>
                  <a:lnTo>
                    <a:pt x="3861" y="247258"/>
                  </a:lnTo>
                  <a:lnTo>
                    <a:pt x="0" y="295147"/>
                  </a:lnTo>
                  <a:lnTo>
                    <a:pt x="3861" y="343037"/>
                  </a:lnTo>
                  <a:lnTo>
                    <a:pt x="15040" y="388461"/>
                  </a:lnTo>
                  <a:lnTo>
                    <a:pt x="32932" y="430812"/>
                  </a:lnTo>
                  <a:lnTo>
                    <a:pt x="56928" y="469485"/>
                  </a:lnTo>
                  <a:lnTo>
                    <a:pt x="86423" y="503872"/>
                  </a:lnTo>
                  <a:lnTo>
                    <a:pt x="120810" y="533367"/>
                  </a:lnTo>
                  <a:lnTo>
                    <a:pt x="159483" y="557363"/>
                  </a:lnTo>
                  <a:lnTo>
                    <a:pt x="201834" y="575255"/>
                  </a:lnTo>
                  <a:lnTo>
                    <a:pt x="247258" y="586434"/>
                  </a:lnTo>
                  <a:lnTo>
                    <a:pt x="295148" y="590295"/>
                  </a:lnTo>
                  <a:lnTo>
                    <a:pt x="4033901" y="590295"/>
                  </a:lnTo>
                  <a:lnTo>
                    <a:pt x="4081759" y="586434"/>
                  </a:lnTo>
                  <a:lnTo>
                    <a:pt x="4127165" y="575255"/>
                  </a:lnTo>
                  <a:lnTo>
                    <a:pt x="4169509" y="557363"/>
                  </a:lnTo>
                  <a:lnTo>
                    <a:pt x="4208183" y="533367"/>
                  </a:lnTo>
                  <a:lnTo>
                    <a:pt x="4242577" y="503872"/>
                  </a:lnTo>
                  <a:lnTo>
                    <a:pt x="4272083" y="469485"/>
                  </a:lnTo>
                  <a:lnTo>
                    <a:pt x="4296092" y="430812"/>
                  </a:lnTo>
                  <a:lnTo>
                    <a:pt x="4313995" y="388461"/>
                  </a:lnTo>
                  <a:lnTo>
                    <a:pt x="4325184" y="343037"/>
                  </a:lnTo>
                  <a:lnTo>
                    <a:pt x="4329049" y="295147"/>
                  </a:lnTo>
                  <a:lnTo>
                    <a:pt x="4325187" y="247258"/>
                  </a:lnTo>
                  <a:lnTo>
                    <a:pt x="4314008" y="201834"/>
                  </a:lnTo>
                  <a:lnTo>
                    <a:pt x="4296116" y="159483"/>
                  </a:lnTo>
                  <a:lnTo>
                    <a:pt x="4272120" y="120810"/>
                  </a:lnTo>
                  <a:lnTo>
                    <a:pt x="4242625" y="86423"/>
                  </a:lnTo>
                  <a:lnTo>
                    <a:pt x="4208238" y="56928"/>
                  </a:lnTo>
                  <a:lnTo>
                    <a:pt x="4169565" y="32932"/>
                  </a:lnTo>
                  <a:lnTo>
                    <a:pt x="4127214" y="15040"/>
                  </a:lnTo>
                  <a:lnTo>
                    <a:pt x="4081790" y="3861"/>
                  </a:lnTo>
                  <a:lnTo>
                    <a:pt x="4033901" y="0"/>
                  </a:lnTo>
                  <a:close/>
                </a:path>
              </a:pathLst>
            </a:custGeom>
            <a:solidFill>
              <a:srgbClr val="B8CDE4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253351" y="4636134"/>
              <a:ext cx="4329430" cy="590550"/>
            </a:xfrm>
            <a:custGeom>
              <a:avLst/>
              <a:gdLst/>
              <a:ahLst/>
              <a:cxnLst/>
              <a:rect l="l" t="t" r="r" b="b"/>
              <a:pathLst>
                <a:path w="4329430" h="590550">
                  <a:moveTo>
                    <a:pt x="0" y="295147"/>
                  </a:moveTo>
                  <a:lnTo>
                    <a:pt x="3861" y="247258"/>
                  </a:lnTo>
                  <a:lnTo>
                    <a:pt x="15040" y="201834"/>
                  </a:lnTo>
                  <a:lnTo>
                    <a:pt x="32932" y="159483"/>
                  </a:lnTo>
                  <a:lnTo>
                    <a:pt x="56928" y="120810"/>
                  </a:lnTo>
                  <a:lnTo>
                    <a:pt x="86423" y="86423"/>
                  </a:lnTo>
                  <a:lnTo>
                    <a:pt x="120810" y="56928"/>
                  </a:lnTo>
                  <a:lnTo>
                    <a:pt x="159483" y="32932"/>
                  </a:lnTo>
                  <a:lnTo>
                    <a:pt x="201834" y="15040"/>
                  </a:lnTo>
                  <a:lnTo>
                    <a:pt x="247258" y="3861"/>
                  </a:lnTo>
                  <a:lnTo>
                    <a:pt x="295148" y="0"/>
                  </a:lnTo>
                  <a:lnTo>
                    <a:pt x="4033901" y="0"/>
                  </a:lnTo>
                  <a:lnTo>
                    <a:pt x="4081790" y="3861"/>
                  </a:lnTo>
                  <a:lnTo>
                    <a:pt x="4127214" y="15040"/>
                  </a:lnTo>
                  <a:lnTo>
                    <a:pt x="4169565" y="32932"/>
                  </a:lnTo>
                  <a:lnTo>
                    <a:pt x="4208238" y="56928"/>
                  </a:lnTo>
                  <a:lnTo>
                    <a:pt x="4242625" y="86423"/>
                  </a:lnTo>
                  <a:lnTo>
                    <a:pt x="4272120" y="120810"/>
                  </a:lnTo>
                  <a:lnTo>
                    <a:pt x="4296116" y="159483"/>
                  </a:lnTo>
                  <a:lnTo>
                    <a:pt x="4314008" y="201834"/>
                  </a:lnTo>
                  <a:lnTo>
                    <a:pt x="4325187" y="247258"/>
                  </a:lnTo>
                  <a:lnTo>
                    <a:pt x="4329049" y="295147"/>
                  </a:lnTo>
                  <a:lnTo>
                    <a:pt x="4325184" y="343037"/>
                  </a:lnTo>
                  <a:lnTo>
                    <a:pt x="4313995" y="388461"/>
                  </a:lnTo>
                  <a:lnTo>
                    <a:pt x="4296092" y="430812"/>
                  </a:lnTo>
                  <a:lnTo>
                    <a:pt x="4272083" y="469485"/>
                  </a:lnTo>
                  <a:lnTo>
                    <a:pt x="4242577" y="503872"/>
                  </a:lnTo>
                  <a:lnTo>
                    <a:pt x="4208183" y="533367"/>
                  </a:lnTo>
                  <a:lnTo>
                    <a:pt x="4169509" y="557363"/>
                  </a:lnTo>
                  <a:lnTo>
                    <a:pt x="4127165" y="575255"/>
                  </a:lnTo>
                  <a:lnTo>
                    <a:pt x="4081759" y="586434"/>
                  </a:lnTo>
                  <a:lnTo>
                    <a:pt x="4033901" y="590295"/>
                  </a:lnTo>
                  <a:lnTo>
                    <a:pt x="295148" y="590295"/>
                  </a:lnTo>
                  <a:lnTo>
                    <a:pt x="247258" y="586434"/>
                  </a:lnTo>
                  <a:lnTo>
                    <a:pt x="201834" y="575255"/>
                  </a:lnTo>
                  <a:lnTo>
                    <a:pt x="159483" y="557363"/>
                  </a:lnTo>
                  <a:lnTo>
                    <a:pt x="120810" y="533367"/>
                  </a:lnTo>
                  <a:lnTo>
                    <a:pt x="86423" y="503872"/>
                  </a:lnTo>
                  <a:lnTo>
                    <a:pt x="56928" y="469485"/>
                  </a:lnTo>
                  <a:lnTo>
                    <a:pt x="32932" y="430812"/>
                  </a:lnTo>
                  <a:lnTo>
                    <a:pt x="15040" y="388461"/>
                  </a:lnTo>
                  <a:lnTo>
                    <a:pt x="3861" y="343037"/>
                  </a:lnTo>
                  <a:lnTo>
                    <a:pt x="0" y="295147"/>
                  </a:lnTo>
                  <a:close/>
                </a:path>
              </a:pathLst>
            </a:custGeom>
            <a:ln w="952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213092" y="4611623"/>
              <a:ext cx="650773" cy="681228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7261225" y="4636134"/>
              <a:ext cx="559435" cy="590550"/>
            </a:xfrm>
            <a:custGeom>
              <a:avLst/>
              <a:gdLst/>
              <a:ahLst/>
              <a:cxnLst/>
              <a:rect l="l" t="t" r="r" b="b"/>
              <a:pathLst>
                <a:path w="559434" h="590550">
                  <a:moveTo>
                    <a:pt x="279653" y="0"/>
                  </a:moveTo>
                  <a:lnTo>
                    <a:pt x="234296" y="3861"/>
                  </a:lnTo>
                  <a:lnTo>
                    <a:pt x="191268" y="15040"/>
                  </a:lnTo>
                  <a:lnTo>
                    <a:pt x="151144" y="32932"/>
                  </a:lnTo>
                  <a:lnTo>
                    <a:pt x="114501" y="56928"/>
                  </a:lnTo>
                  <a:lnTo>
                    <a:pt x="81915" y="86423"/>
                  </a:lnTo>
                  <a:lnTo>
                    <a:pt x="53961" y="120810"/>
                  </a:lnTo>
                  <a:lnTo>
                    <a:pt x="31217" y="159483"/>
                  </a:lnTo>
                  <a:lnTo>
                    <a:pt x="14258" y="201834"/>
                  </a:lnTo>
                  <a:lnTo>
                    <a:pt x="3660" y="247258"/>
                  </a:lnTo>
                  <a:lnTo>
                    <a:pt x="0" y="295147"/>
                  </a:lnTo>
                  <a:lnTo>
                    <a:pt x="3660" y="343037"/>
                  </a:lnTo>
                  <a:lnTo>
                    <a:pt x="14258" y="388461"/>
                  </a:lnTo>
                  <a:lnTo>
                    <a:pt x="31217" y="430812"/>
                  </a:lnTo>
                  <a:lnTo>
                    <a:pt x="53961" y="469485"/>
                  </a:lnTo>
                  <a:lnTo>
                    <a:pt x="81915" y="503872"/>
                  </a:lnTo>
                  <a:lnTo>
                    <a:pt x="114501" y="533367"/>
                  </a:lnTo>
                  <a:lnTo>
                    <a:pt x="151144" y="557363"/>
                  </a:lnTo>
                  <a:lnTo>
                    <a:pt x="191268" y="575255"/>
                  </a:lnTo>
                  <a:lnTo>
                    <a:pt x="234296" y="586434"/>
                  </a:lnTo>
                  <a:lnTo>
                    <a:pt x="279653" y="590295"/>
                  </a:lnTo>
                  <a:lnTo>
                    <a:pt x="325045" y="586434"/>
                  </a:lnTo>
                  <a:lnTo>
                    <a:pt x="368101" y="575255"/>
                  </a:lnTo>
                  <a:lnTo>
                    <a:pt x="408247" y="557363"/>
                  </a:lnTo>
                  <a:lnTo>
                    <a:pt x="444906" y="533367"/>
                  </a:lnTo>
                  <a:lnTo>
                    <a:pt x="477504" y="503872"/>
                  </a:lnTo>
                  <a:lnTo>
                    <a:pt x="505465" y="469485"/>
                  </a:lnTo>
                  <a:lnTo>
                    <a:pt x="528213" y="430812"/>
                  </a:lnTo>
                  <a:lnTo>
                    <a:pt x="545175" y="388461"/>
                  </a:lnTo>
                  <a:lnTo>
                    <a:pt x="555774" y="343037"/>
                  </a:lnTo>
                  <a:lnTo>
                    <a:pt x="559434" y="295147"/>
                  </a:lnTo>
                  <a:lnTo>
                    <a:pt x="555774" y="247258"/>
                  </a:lnTo>
                  <a:lnTo>
                    <a:pt x="545175" y="201834"/>
                  </a:lnTo>
                  <a:lnTo>
                    <a:pt x="528213" y="159483"/>
                  </a:lnTo>
                  <a:lnTo>
                    <a:pt x="505465" y="120810"/>
                  </a:lnTo>
                  <a:lnTo>
                    <a:pt x="477504" y="86423"/>
                  </a:lnTo>
                  <a:lnTo>
                    <a:pt x="444906" y="56928"/>
                  </a:lnTo>
                  <a:lnTo>
                    <a:pt x="408247" y="32932"/>
                  </a:lnTo>
                  <a:lnTo>
                    <a:pt x="368101" y="15040"/>
                  </a:lnTo>
                  <a:lnTo>
                    <a:pt x="325045" y="3861"/>
                  </a:lnTo>
                  <a:lnTo>
                    <a:pt x="279653" y="0"/>
                  </a:lnTo>
                  <a:close/>
                </a:path>
              </a:pathLst>
            </a:custGeom>
            <a:solidFill>
              <a:srgbClr val="1741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261225" y="4636134"/>
              <a:ext cx="559435" cy="590550"/>
            </a:xfrm>
            <a:custGeom>
              <a:avLst/>
              <a:gdLst/>
              <a:ahLst/>
              <a:cxnLst/>
              <a:rect l="l" t="t" r="r" b="b"/>
              <a:pathLst>
                <a:path w="559434" h="590550">
                  <a:moveTo>
                    <a:pt x="0" y="295147"/>
                  </a:moveTo>
                  <a:lnTo>
                    <a:pt x="3660" y="247258"/>
                  </a:lnTo>
                  <a:lnTo>
                    <a:pt x="14258" y="201834"/>
                  </a:lnTo>
                  <a:lnTo>
                    <a:pt x="31217" y="159483"/>
                  </a:lnTo>
                  <a:lnTo>
                    <a:pt x="53961" y="120810"/>
                  </a:lnTo>
                  <a:lnTo>
                    <a:pt x="81915" y="86423"/>
                  </a:lnTo>
                  <a:lnTo>
                    <a:pt x="114501" y="56928"/>
                  </a:lnTo>
                  <a:lnTo>
                    <a:pt x="151144" y="32932"/>
                  </a:lnTo>
                  <a:lnTo>
                    <a:pt x="191268" y="15040"/>
                  </a:lnTo>
                  <a:lnTo>
                    <a:pt x="234296" y="3861"/>
                  </a:lnTo>
                  <a:lnTo>
                    <a:pt x="279653" y="0"/>
                  </a:lnTo>
                  <a:lnTo>
                    <a:pt x="325045" y="3861"/>
                  </a:lnTo>
                  <a:lnTo>
                    <a:pt x="368101" y="15040"/>
                  </a:lnTo>
                  <a:lnTo>
                    <a:pt x="408247" y="32932"/>
                  </a:lnTo>
                  <a:lnTo>
                    <a:pt x="444906" y="56928"/>
                  </a:lnTo>
                  <a:lnTo>
                    <a:pt x="477504" y="86423"/>
                  </a:lnTo>
                  <a:lnTo>
                    <a:pt x="505465" y="120810"/>
                  </a:lnTo>
                  <a:lnTo>
                    <a:pt x="528213" y="159483"/>
                  </a:lnTo>
                  <a:lnTo>
                    <a:pt x="545175" y="201834"/>
                  </a:lnTo>
                  <a:lnTo>
                    <a:pt x="555774" y="247258"/>
                  </a:lnTo>
                  <a:lnTo>
                    <a:pt x="559434" y="295147"/>
                  </a:lnTo>
                  <a:lnTo>
                    <a:pt x="555774" y="343037"/>
                  </a:lnTo>
                  <a:lnTo>
                    <a:pt x="545175" y="388461"/>
                  </a:lnTo>
                  <a:lnTo>
                    <a:pt x="528213" y="430812"/>
                  </a:lnTo>
                  <a:lnTo>
                    <a:pt x="505465" y="469485"/>
                  </a:lnTo>
                  <a:lnTo>
                    <a:pt x="477504" y="503872"/>
                  </a:lnTo>
                  <a:lnTo>
                    <a:pt x="444906" y="533367"/>
                  </a:lnTo>
                  <a:lnTo>
                    <a:pt x="408247" y="557363"/>
                  </a:lnTo>
                  <a:lnTo>
                    <a:pt x="368101" y="575255"/>
                  </a:lnTo>
                  <a:lnTo>
                    <a:pt x="325045" y="586434"/>
                  </a:lnTo>
                  <a:lnTo>
                    <a:pt x="279653" y="590295"/>
                  </a:lnTo>
                  <a:lnTo>
                    <a:pt x="234296" y="586434"/>
                  </a:lnTo>
                  <a:lnTo>
                    <a:pt x="191268" y="575255"/>
                  </a:lnTo>
                  <a:lnTo>
                    <a:pt x="151144" y="557363"/>
                  </a:lnTo>
                  <a:lnTo>
                    <a:pt x="114501" y="533367"/>
                  </a:lnTo>
                  <a:lnTo>
                    <a:pt x="81915" y="503872"/>
                  </a:lnTo>
                  <a:lnTo>
                    <a:pt x="53961" y="469485"/>
                  </a:lnTo>
                  <a:lnTo>
                    <a:pt x="31217" y="430812"/>
                  </a:lnTo>
                  <a:lnTo>
                    <a:pt x="14258" y="388461"/>
                  </a:lnTo>
                  <a:lnTo>
                    <a:pt x="3660" y="343037"/>
                  </a:lnTo>
                  <a:lnTo>
                    <a:pt x="0" y="295147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5" name="object 95"/>
          <p:cNvGrpSpPr/>
          <p:nvPr/>
        </p:nvGrpSpPr>
        <p:grpSpPr>
          <a:xfrm>
            <a:off x="7197852" y="5385574"/>
            <a:ext cx="4403090" cy="692150"/>
            <a:chOff x="7197852" y="5385574"/>
            <a:chExt cx="4403090" cy="692150"/>
          </a:xfrm>
        </p:grpSpPr>
        <p:pic>
          <p:nvPicPr>
            <p:cNvPr id="96" name="object 96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199363" y="5405567"/>
              <a:ext cx="4401337" cy="663061"/>
            </a:xfrm>
            <a:prstGeom prst="rect">
              <a:avLst/>
            </a:prstGeom>
          </p:spPr>
        </p:pic>
        <p:sp>
          <p:nvSpPr>
            <p:cNvPr id="97" name="object 97"/>
            <p:cNvSpPr/>
            <p:nvPr/>
          </p:nvSpPr>
          <p:spPr>
            <a:xfrm>
              <a:off x="7237350" y="5421376"/>
              <a:ext cx="4329430" cy="590550"/>
            </a:xfrm>
            <a:custGeom>
              <a:avLst/>
              <a:gdLst/>
              <a:ahLst/>
              <a:cxnLst/>
              <a:rect l="l" t="t" r="r" b="b"/>
              <a:pathLst>
                <a:path w="4329430" h="590550">
                  <a:moveTo>
                    <a:pt x="4034026" y="0"/>
                  </a:moveTo>
                  <a:lnTo>
                    <a:pt x="295273" y="0"/>
                  </a:lnTo>
                  <a:lnTo>
                    <a:pt x="247380" y="3861"/>
                  </a:lnTo>
                  <a:lnTo>
                    <a:pt x="201947" y="15040"/>
                  </a:lnTo>
                  <a:lnTo>
                    <a:pt x="159581" y="32931"/>
                  </a:lnTo>
                  <a:lnTo>
                    <a:pt x="120891" y="56927"/>
                  </a:lnTo>
                  <a:lnTo>
                    <a:pt x="86485" y="86421"/>
                  </a:lnTo>
                  <a:lnTo>
                    <a:pt x="56972" y="120807"/>
                  </a:lnTo>
                  <a:lnTo>
                    <a:pt x="32958" y="159478"/>
                  </a:lnTo>
                  <a:lnTo>
                    <a:pt x="15053" y="201827"/>
                  </a:lnTo>
                  <a:lnTo>
                    <a:pt x="3863" y="247249"/>
                  </a:lnTo>
                  <a:lnTo>
                    <a:pt x="0" y="295135"/>
                  </a:lnTo>
                  <a:lnTo>
                    <a:pt x="3866" y="343009"/>
                  </a:lnTo>
                  <a:lnTo>
                    <a:pt x="15055" y="388424"/>
                  </a:lnTo>
                  <a:lnTo>
                    <a:pt x="32961" y="430772"/>
                  </a:lnTo>
                  <a:lnTo>
                    <a:pt x="56974" y="469445"/>
                  </a:lnTo>
                  <a:lnTo>
                    <a:pt x="86487" y="503835"/>
                  </a:lnTo>
                  <a:lnTo>
                    <a:pt x="120893" y="533336"/>
                  </a:lnTo>
                  <a:lnTo>
                    <a:pt x="159582" y="557339"/>
                  </a:lnTo>
                  <a:lnTo>
                    <a:pt x="201947" y="575236"/>
                  </a:lnTo>
                  <a:lnTo>
                    <a:pt x="247380" y="586420"/>
                  </a:lnTo>
                  <a:lnTo>
                    <a:pt x="295273" y="590283"/>
                  </a:lnTo>
                  <a:lnTo>
                    <a:pt x="4034026" y="590283"/>
                  </a:lnTo>
                  <a:lnTo>
                    <a:pt x="4081885" y="586420"/>
                  </a:lnTo>
                  <a:lnTo>
                    <a:pt x="4127291" y="575236"/>
                  </a:lnTo>
                  <a:lnTo>
                    <a:pt x="4169635" y="557339"/>
                  </a:lnTo>
                  <a:lnTo>
                    <a:pt x="4208309" y="533336"/>
                  </a:lnTo>
                  <a:lnTo>
                    <a:pt x="4242703" y="503835"/>
                  </a:lnTo>
                  <a:lnTo>
                    <a:pt x="4272209" y="469445"/>
                  </a:lnTo>
                  <a:lnTo>
                    <a:pt x="4296218" y="430772"/>
                  </a:lnTo>
                  <a:lnTo>
                    <a:pt x="4314121" y="388424"/>
                  </a:lnTo>
                  <a:lnTo>
                    <a:pt x="4325310" y="343009"/>
                  </a:lnTo>
                  <a:lnTo>
                    <a:pt x="4329174" y="295135"/>
                  </a:lnTo>
                  <a:lnTo>
                    <a:pt x="4325310" y="247249"/>
                  </a:lnTo>
                  <a:lnTo>
                    <a:pt x="4314121" y="201827"/>
                  </a:lnTo>
                  <a:lnTo>
                    <a:pt x="4296218" y="159478"/>
                  </a:lnTo>
                  <a:lnTo>
                    <a:pt x="4272209" y="120807"/>
                  </a:lnTo>
                  <a:lnTo>
                    <a:pt x="4242703" y="86421"/>
                  </a:lnTo>
                  <a:lnTo>
                    <a:pt x="4208309" y="56927"/>
                  </a:lnTo>
                  <a:lnTo>
                    <a:pt x="4169635" y="32931"/>
                  </a:lnTo>
                  <a:lnTo>
                    <a:pt x="4127291" y="15040"/>
                  </a:lnTo>
                  <a:lnTo>
                    <a:pt x="4081885" y="3861"/>
                  </a:lnTo>
                  <a:lnTo>
                    <a:pt x="4034026" y="0"/>
                  </a:lnTo>
                  <a:close/>
                </a:path>
              </a:pathLst>
            </a:custGeom>
            <a:solidFill>
              <a:srgbClr val="B8CDE4">
                <a:alpha val="4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7237349" y="5421376"/>
              <a:ext cx="4329430" cy="590550"/>
            </a:xfrm>
            <a:custGeom>
              <a:avLst/>
              <a:gdLst/>
              <a:ahLst/>
              <a:cxnLst/>
              <a:rect l="l" t="t" r="r" b="b"/>
              <a:pathLst>
                <a:path w="4329430" h="590550">
                  <a:moveTo>
                    <a:pt x="0" y="295135"/>
                  </a:moveTo>
                  <a:lnTo>
                    <a:pt x="3864" y="247249"/>
                  </a:lnTo>
                  <a:lnTo>
                    <a:pt x="15054" y="201827"/>
                  </a:lnTo>
                  <a:lnTo>
                    <a:pt x="32959" y="159478"/>
                  </a:lnTo>
                  <a:lnTo>
                    <a:pt x="56973" y="120807"/>
                  </a:lnTo>
                  <a:lnTo>
                    <a:pt x="86487" y="86421"/>
                  </a:lnTo>
                  <a:lnTo>
                    <a:pt x="120892" y="56927"/>
                  </a:lnTo>
                  <a:lnTo>
                    <a:pt x="159582" y="32931"/>
                  </a:lnTo>
                  <a:lnTo>
                    <a:pt x="201948" y="15040"/>
                  </a:lnTo>
                  <a:lnTo>
                    <a:pt x="247381" y="3861"/>
                  </a:lnTo>
                  <a:lnTo>
                    <a:pt x="295275" y="0"/>
                  </a:lnTo>
                  <a:lnTo>
                    <a:pt x="4034028" y="0"/>
                  </a:lnTo>
                  <a:lnTo>
                    <a:pt x="4081886" y="3861"/>
                  </a:lnTo>
                  <a:lnTo>
                    <a:pt x="4127292" y="15040"/>
                  </a:lnTo>
                  <a:lnTo>
                    <a:pt x="4169636" y="32931"/>
                  </a:lnTo>
                  <a:lnTo>
                    <a:pt x="4208310" y="56927"/>
                  </a:lnTo>
                  <a:lnTo>
                    <a:pt x="4242704" y="86421"/>
                  </a:lnTo>
                  <a:lnTo>
                    <a:pt x="4272210" y="120807"/>
                  </a:lnTo>
                  <a:lnTo>
                    <a:pt x="4296219" y="159478"/>
                  </a:lnTo>
                  <a:lnTo>
                    <a:pt x="4314122" y="201827"/>
                  </a:lnTo>
                  <a:lnTo>
                    <a:pt x="4325311" y="247249"/>
                  </a:lnTo>
                  <a:lnTo>
                    <a:pt x="4329176" y="295135"/>
                  </a:lnTo>
                  <a:lnTo>
                    <a:pt x="4325311" y="343009"/>
                  </a:lnTo>
                  <a:lnTo>
                    <a:pt x="4314122" y="388424"/>
                  </a:lnTo>
                  <a:lnTo>
                    <a:pt x="4296219" y="430772"/>
                  </a:lnTo>
                  <a:lnTo>
                    <a:pt x="4272210" y="469445"/>
                  </a:lnTo>
                  <a:lnTo>
                    <a:pt x="4242704" y="503835"/>
                  </a:lnTo>
                  <a:lnTo>
                    <a:pt x="4208310" y="533336"/>
                  </a:lnTo>
                  <a:lnTo>
                    <a:pt x="4169636" y="557339"/>
                  </a:lnTo>
                  <a:lnTo>
                    <a:pt x="4127292" y="575236"/>
                  </a:lnTo>
                  <a:lnTo>
                    <a:pt x="4081886" y="586420"/>
                  </a:lnTo>
                  <a:lnTo>
                    <a:pt x="4034028" y="590283"/>
                  </a:lnTo>
                  <a:lnTo>
                    <a:pt x="295275" y="590283"/>
                  </a:lnTo>
                  <a:lnTo>
                    <a:pt x="247381" y="586420"/>
                  </a:lnTo>
                  <a:lnTo>
                    <a:pt x="201948" y="575236"/>
                  </a:lnTo>
                  <a:lnTo>
                    <a:pt x="159582" y="557338"/>
                  </a:lnTo>
                  <a:lnTo>
                    <a:pt x="120892" y="533335"/>
                  </a:lnTo>
                  <a:lnTo>
                    <a:pt x="86487" y="503834"/>
                  </a:lnTo>
                  <a:lnTo>
                    <a:pt x="56973" y="469442"/>
                  </a:lnTo>
                  <a:lnTo>
                    <a:pt x="32959" y="430767"/>
                  </a:lnTo>
                  <a:lnTo>
                    <a:pt x="15054" y="388417"/>
                  </a:lnTo>
                  <a:lnTo>
                    <a:pt x="3864" y="343000"/>
                  </a:lnTo>
                  <a:lnTo>
                    <a:pt x="0" y="295122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197852" y="5396484"/>
              <a:ext cx="649249" cy="681228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240587" y="5385574"/>
              <a:ext cx="642912" cy="630847"/>
            </a:xfrm>
            <a:prstGeom prst="rect">
              <a:avLst/>
            </a:prstGeom>
          </p:spPr>
        </p:pic>
      </p:grpSp>
      <p:grpSp>
        <p:nvGrpSpPr>
          <p:cNvPr id="101" name="object 101"/>
          <p:cNvGrpSpPr/>
          <p:nvPr/>
        </p:nvGrpSpPr>
        <p:grpSpPr>
          <a:xfrm>
            <a:off x="6226804" y="2589267"/>
            <a:ext cx="88900" cy="3179445"/>
            <a:chOff x="6226804" y="2589267"/>
            <a:chExt cx="88900" cy="3179445"/>
          </a:xfrm>
        </p:grpSpPr>
        <p:pic>
          <p:nvPicPr>
            <p:cNvPr id="102" name="object 102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226804" y="2589267"/>
              <a:ext cx="88847" cy="3179090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6273165" y="2603500"/>
              <a:ext cx="0" cy="3113405"/>
            </a:xfrm>
            <a:custGeom>
              <a:avLst/>
              <a:gdLst/>
              <a:ahLst/>
              <a:cxnLst/>
              <a:rect l="l" t="t" r="r" b="b"/>
              <a:pathLst>
                <a:path h="3113404">
                  <a:moveTo>
                    <a:pt x="0" y="0"/>
                  </a:moveTo>
                  <a:lnTo>
                    <a:pt x="0" y="3113011"/>
                  </a:lnTo>
                </a:path>
              </a:pathLst>
            </a:custGeom>
            <a:ln w="25400">
              <a:solidFill>
                <a:srgbClr val="C3D5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" name="object 104"/>
          <p:cNvSpPr txBox="1"/>
          <p:nvPr/>
        </p:nvSpPr>
        <p:spPr>
          <a:xfrm>
            <a:off x="1951735" y="1305560"/>
            <a:ext cx="81273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094730" algn="l"/>
              </a:tabLst>
            </a:pPr>
            <a:r>
              <a:rPr sz="2800" spc="-10" dirty="0">
                <a:latin typeface="Calibri"/>
                <a:cs typeface="Calibri"/>
              </a:rPr>
              <a:t>Challenges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Our</a:t>
            </a:r>
            <a:r>
              <a:rPr sz="2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Approach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7884414" y="2327528"/>
            <a:ext cx="3594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Female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guides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&amp;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feature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8034273" y="3747642"/>
            <a:ext cx="28295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Downloadable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maps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&amp; </a:t>
            </a:r>
            <a:r>
              <a:rPr sz="2400" spc="-10" dirty="0">
                <a:latin typeface="Calibri"/>
                <a:cs typeface="Calibri"/>
              </a:rPr>
              <a:t>itineraries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8069071" y="3163061"/>
            <a:ext cx="29648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AI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Translation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8059293" y="4685741"/>
            <a:ext cx="25431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One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Stop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Travel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Hub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8075168" y="5514238"/>
            <a:ext cx="31038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Local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guides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artisans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10" name="object 110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7377048" y="2433789"/>
            <a:ext cx="339255" cy="339255"/>
          </a:xfrm>
          <a:prstGeom prst="rect">
            <a:avLst/>
          </a:prstGeom>
        </p:spPr>
      </p:pic>
      <p:pic>
        <p:nvPicPr>
          <p:cNvPr id="111" name="object 111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7338821" y="3156470"/>
            <a:ext cx="435978" cy="435978"/>
          </a:xfrm>
          <a:prstGeom prst="rect">
            <a:avLst/>
          </a:prstGeom>
        </p:spPr>
      </p:pic>
      <p:pic>
        <p:nvPicPr>
          <p:cNvPr id="112" name="object 112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7393051" y="3939692"/>
            <a:ext cx="381736" cy="381736"/>
          </a:xfrm>
          <a:prstGeom prst="rect">
            <a:avLst/>
          </a:prstGeom>
        </p:spPr>
      </p:pic>
      <p:pic>
        <p:nvPicPr>
          <p:cNvPr id="113" name="object 113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7313168" y="4692243"/>
            <a:ext cx="461670" cy="461670"/>
          </a:xfrm>
          <a:prstGeom prst="rect">
            <a:avLst/>
          </a:prstGeom>
        </p:spPr>
      </p:pic>
      <p:sp>
        <p:nvSpPr>
          <p:cNvPr id="114" name="object 114"/>
          <p:cNvSpPr txBox="1"/>
          <p:nvPr/>
        </p:nvSpPr>
        <p:spPr>
          <a:xfrm>
            <a:off x="457200" y="564510"/>
            <a:ext cx="125222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spc="-10" dirty="0">
                <a:latin typeface="Arial MT"/>
                <a:cs typeface="Arial MT"/>
              </a:rPr>
              <a:t>Roots &amp; Routes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15" name="object 1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15" dirty="0"/>
              <a:t> </a:t>
            </a:r>
            <a:r>
              <a:rPr dirty="0"/>
              <a:t>Idea</a:t>
            </a:r>
            <a:r>
              <a:rPr spc="-25" dirty="0"/>
              <a:t> </a:t>
            </a:r>
            <a:r>
              <a:rPr spc="-10" dirty="0"/>
              <a:t>submission</a:t>
            </a:r>
          </a:p>
        </p:txBody>
      </p:sp>
      <p:sp>
        <p:nvSpPr>
          <p:cNvPr id="116" name="object 1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540109"/>
            <a:ext cx="12192000" cy="318135"/>
            <a:chOff x="0" y="6540109"/>
            <a:chExt cx="12192000" cy="3181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562342"/>
              <a:ext cx="12189714" cy="29338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540109"/>
              <a:ext cx="12192000" cy="318135"/>
            </a:xfrm>
            <a:custGeom>
              <a:avLst/>
              <a:gdLst/>
              <a:ahLst/>
              <a:cxnLst/>
              <a:rect l="l" t="t" r="r" b="b"/>
              <a:pathLst>
                <a:path w="12192000" h="318134">
                  <a:moveTo>
                    <a:pt x="12192000" y="0"/>
                  </a:moveTo>
                  <a:lnTo>
                    <a:pt x="0" y="0"/>
                  </a:lnTo>
                  <a:lnTo>
                    <a:pt x="0" y="317890"/>
                  </a:lnTo>
                  <a:lnTo>
                    <a:pt x="12192000" y="31789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074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IMPACT</a:t>
            </a:r>
            <a:r>
              <a:rPr spc="-275" dirty="0"/>
              <a:t> </a:t>
            </a:r>
            <a:r>
              <a:rPr dirty="0"/>
              <a:t>AND</a:t>
            </a:r>
            <a:r>
              <a:rPr spc="-10" dirty="0"/>
              <a:t> BENEFITS</a:t>
            </a:r>
          </a:p>
        </p:txBody>
      </p:sp>
      <p:sp>
        <p:nvSpPr>
          <p:cNvPr id="6" name="object 6"/>
          <p:cNvSpPr/>
          <p:nvPr/>
        </p:nvSpPr>
        <p:spPr>
          <a:xfrm>
            <a:off x="329768" y="252222"/>
            <a:ext cx="1252220" cy="807720"/>
          </a:xfrm>
          <a:custGeom>
            <a:avLst/>
            <a:gdLst/>
            <a:ahLst/>
            <a:cxnLst/>
            <a:rect l="l" t="t" r="r" b="b"/>
            <a:pathLst>
              <a:path w="1252220" h="807719">
                <a:moveTo>
                  <a:pt x="0" y="403732"/>
                </a:moveTo>
                <a:lnTo>
                  <a:pt x="10084" y="331151"/>
                </a:lnTo>
                <a:lnTo>
                  <a:pt x="39159" y="262842"/>
                </a:lnTo>
                <a:lnTo>
                  <a:pt x="60266" y="230646"/>
                </a:lnTo>
                <a:lnTo>
                  <a:pt x="85457" y="199945"/>
                </a:lnTo>
                <a:lnTo>
                  <a:pt x="114513" y="170881"/>
                </a:lnTo>
                <a:lnTo>
                  <a:pt x="147211" y="143597"/>
                </a:lnTo>
                <a:lnTo>
                  <a:pt x="183330" y="118237"/>
                </a:lnTo>
                <a:lnTo>
                  <a:pt x="222651" y="94940"/>
                </a:lnTo>
                <a:lnTo>
                  <a:pt x="264952" y="73852"/>
                </a:lnTo>
                <a:lnTo>
                  <a:pt x="310011" y="55113"/>
                </a:lnTo>
                <a:lnTo>
                  <a:pt x="357609" y="38866"/>
                </a:lnTo>
                <a:lnTo>
                  <a:pt x="407523" y="25254"/>
                </a:lnTo>
                <a:lnTo>
                  <a:pt x="459534" y="14419"/>
                </a:lnTo>
                <a:lnTo>
                  <a:pt x="513419" y="6503"/>
                </a:lnTo>
                <a:lnTo>
                  <a:pt x="568959" y="1649"/>
                </a:lnTo>
                <a:lnTo>
                  <a:pt x="625932" y="0"/>
                </a:lnTo>
                <a:lnTo>
                  <a:pt x="682901" y="1649"/>
                </a:lnTo>
                <a:lnTo>
                  <a:pt x="738438" y="6503"/>
                </a:lnTo>
                <a:lnTo>
                  <a:pt x="792323" y="14419"/>
                </a:lnTo>
                <a:lnTo>
                  <a:pt x="844333" y="25254"/>
                </a:lnTo>
                <a:lnTo>
                  <a:pt x="894248" y="38866"/>
                </a:lnTo>
                <a:lnTo>
                  <a:pt x="941847" y="55113"/>
                </a:lnTo>
                <a:lnTo>
                  <a:pt x="986909" y="73852"/>
                </a:lnTo>
                <a:lnTo>
                  <a:pt x="1029212" y="94940"/>
                </a:lnTo>
                <a:lnTo>
                  <a:pt x="1068536" y="118236"/>
                </a:lnTo>
                <a:lnTo>
                  <a:pt x="1104659" y="143597"/>
                </a:lnTo>
                <a:lnTo>
                  <a:pt x="1137361" y="170881"/>
                </a:lnTo>
                <a:lnTo>
                  <a:pt x="1166419" y="199945"/>
                </a:lnTo>
                <a:lnTo>
                  <a:pt x="1191614" y="230646"/>
                </a:lnTo>
                <a:lnTo>
                  <a:pt x="1212723" y="262842"/>
                </a:lnTo>
                <a:lnTo>
                  <a:pt x="1241803" y="331151"/>
                </a:lnTo>
                <a:lnTo>
                  <a:pt x="1251889" y="403732"/>
                </a:lnTo>
                <a:lnTo>
                  <a:pt x="1249331" y="440466"/>
                </a:lnTo>
                <a:lnTo>
                  <a:pt x="1229527" y="511020"/>
                </a:lnTo>
                <a:lnTo>
                  <a:pt x="1191614" y="576740"/>
                </a:lnTo>
                <a:lnTo>
                  <a:pt x="1166419" y="607431"/>
                </a:lnTo>
                <a:lnTo>
                  <a:pt x="1137361" y="636486"/>
                </a:lnTo>
                <a:lnTo>
                  <a:pt x="1104659" y="663762"/>
                </a:lnTo>
                <a:lnTo>
                  <a:pt x="1068536" y="689117"/>
                </a:lnTo>
                <a:lnTo>
                  <a:pt x="1029212" y="712409"/>
                </a:lnTo>
                <a:lnTo>
                  <a:pt x="986909" y="733494"/>
                </a:lnTo>
                <a:lnTo>
                  <a:pt x="941847" y="752230"/>
                </a:lnTo>
                <a:lnTo>
                  <a:pt x="894248" y="768475"/>
                </a:lnTo>
                <a:lnTo>
                  <a:pt x="844333" y="782086"/>
                </a:lnTo>
                <a:lnTo>
                  <a:pt x="792323" y="792920"/>
                </a:lnTo>
                <a:lnTo>
                  <a:pt x="738438" y="800835"/>
                </a:lnTo>
                <a:lnTo>
                  <a:pt x="682901" y="805689"/>
                </a:lnTo>
                <a:lnTo>
                  <a:pt x="625932" y="807338"/>
                </a:lnTo>
                <a:lnTo>
                  <a:pt x="568959" y="805689"/>
                </a:lnTo>
                <a:lnTo>
                  <a:pt x="513419" y="800835"/>
                </a:lnTo>
                <a:lnTo>
                  <a:pt x="459534" y="792920"/>
                </a:lnTo>
                <a:lnTo>
                  <a:pt x="407523" y="782086"/>
                </a:lnTo>
                <a:lnTo>
                  <a:pt x="357609" y="768475"/>
                </a:lnTo>
                <a:lnTo>
                  <a:pt x="310011" y="752230"/>
                </a:lnTo>
                <a:lnTo>
                  <a:pt x="264952" y="733494"/>
                </a:lnTo>
                <a:lnTo>
                  <a:pt x="222651" y="712409"/>
                </a:lnTo>
                <a:lnTo>
                  <a:pt x="183330" y="689117"/>
                </a:lnTo>
                <a:lnTo>
                  <a:pt x="147211" y="663762"/>
                </a:lnTo>
                <a:lnTo>
                  <a:pt x="114513" y="636486"/>
                </a:lnTo>
                <a:lnTo>
                  <a:pt x="85457" y="607431"/>
                </a:lnTo>
                <a:lnTo>
                  <a:pt x="60266" y="576740"/>
                </a:lnTo>
                <a:lnTo>
                  <a:pt x="39159" y="544555"/>
                </a:lnTo>
                <a:lnTo>
                  <a:pt x="10084" y="476276"/>
                </a:lnTo>
                <a:lnTo>
                  <a:pt x="0" y="403732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65767" y="118112"/>
            <a:ext cx="2160343" cy="1000819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194808" y="2115199"/>
            <a:ext cx="3582035" cy="933450"/>
            <a:chOff x="1194808" y="2115199"/>
            <a:chExt cx="3582035" cy="93345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4808" y="2115199"/>
              <a:ext cx="3581415" cy="93288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233170" y="2130044"/>
              <a:ext cx="3509010" cy="861694"/>
            </a:xfrm>
            <a:custGeom>
              <a:avLst/>
              <a:gdLst/>
              <a:ahLst/>
              <a:cxnLst/>
              <a:rect l="l" t="t" r="r" b="b"/>
              <a:pathLst>
                <a:path w="3509010" h="861694">
                  <a:moveTo>
                    <a:pt x="3365119" y="0"/>
                  </a:moveTo>
                  <a:lnTo>
                    <a:pt x="143637" y="0"/>
                  </a:lnTo>
                  <a:lnTo>
                    <a:pt x="98218" y="7317"/>
                  </a:lnTo>
                  <a:lnTo>
                    <a:pt x="58786" y="27692"/>
                  </a:lnTo>
                  <a:lnTo>
                    <a:pt x="27700" y="58759"/>
                  </a:lnTo>
                  <a:lnTo>
                    <a:pt x="7318" y="98153"/>
                  </a:lnTo>
                  <a:lnTo>
                    <a:pt x="0" y="143509"/>
                  </a:lnTo>
                  <a:lnTo>
                    <a:pt x="0" y="717803"/>
                  </a:lnTo>
                  <a:lnTo>
                    <a:pt x="7318" y="763160"/>
                  </a:lnTo>
                  <a:lnTo>
                    <a:pt x="27700" y="802554"/>
                  </a:lnTo>
                  <a:lnTo>
                    <a:pt x="58786" y="833621"/>
                  </a:lnTo>
                  <a:lnTo>
                    <a:pt x="98218" y="853996"/>
                  </a:lnTo>
                  <a:lnTo>
                    <a:pt x="143637" y="861313"/>
                  </a:lnTo>
                  <a:lnTo>
                    <a:pt x="3365119" y="861313"/>
                  </a:lnTo>
                  <a:lnTo>
                    <a:pt x="3410475" y="853996"/>
                  </a:lnTo>
                  <a:lnTo>
                    <a:pt x="3449869" y="833621"/>
                  </a:lnTo>
                  <a:lnTo>
                    <a:pt x="3480936" y="802554"/>
                  </a:lnTo>
                  <a:lnTo>
                    <a:pt x="3501311" y="763160"/>
                  </a:lnTo>
                  <a:lnTo>
                    <a:pt x="3508629" y="717803"/>
                  </a:lnTo>
                  <a:lnTo>
                    <a:pt x="3508629" y="143509"/>
                  </a:lnTo>
                  <a:lnTo>
                    <a:pt x="3501311" y="98153"/>
                  </a:lnTo>
                  <a:lnTo>
                    <a:pt x="3480936" y="58759"/>
                  </a:lnTo>
                  <a:lnTo>
                    <a:pt x="3449869" y="27692"/>
                  </a:lnTo>
                  <a:lnTo>
                    <a:pt x="3410475" y="7317"/>
                  </a:lnTo>
                  <a:lnTo>
                    <a:pt x="3365119" y="0"/>
                  </a:lnTo>
                  <a:close/>
                </a:path>
              </a:pathLst>
            </a:custGeom>
            <a:solidFill>
              <a:srgbClr val="C3D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33170" y="2130044"/>
              <a:ext cx="3509010" cy="861694"/>
            </a:xfrm>
            <a:custGeom>
              <a:avLst/>
              <a:gdLst/>
              <a:ahLst/>
              <a:cxnLst/>
              <a:rect l="l" t="t" r="r" b="b"/>
              <a:pathLst>
                <a:path w="3509010" h="861694">
                  <a:moveTo>
                    <a:pt x="0" y="143509"/>
                  </a:moveTo>
                  <a:lnTo>
                    <a:pt x="7318" y="98153"/>
                  </a:lnTo>
                  <a:lnTo>
                    <a:pt x="27700" y="58759"/>
                  </a:lnTo>
                  <a:lnTo>
                    <a:pt x="58786" y="27692"/>
                  </a:lnTo>
                  <a:lnTo>
                    <a:pt x="98218" y="7317"/>
                  </a:lnTo>
                  <a:lnTo>
                    <a:pt x="143637" y="0"/>
                  </a:lnTo>
                  <a:lnTo>
                    <a:pt x="3365119" y="0"/>
                  </a:lnTo>
                  <a:lnTo>
                    <a:pt x="3410475" y="7317"/>
                  </a:lnTo>
                  <a:lnTo>
                    <a:pt x="3449869" y="27692"/>
                  </a:lnTo>
                  <a:lnTo>
                    <a:pt x="3480936" y="58759"/>
                  </a:lnTo>
                  <a:lnTo>
                    <a:pt x="3501311" y="98153"/>
                  </a:lnTo>
                  <a:lnTo>
                    <a:pt x="3508629" y="143509"/>
                  </a:lnTo>
                  <a:lnTo>
                    <a:pt x="3508629" y="717803"/>
                  </a:lnTo>
                  <a:lnTo>
                    <a:pt x="3501311" y="763160"/>
                  </a:lnTo>
                  <a:lnTo>
                    <a:pt x="3480936" y="802554"/>
                  </a:lnTo>
                  <a:lnTo>
                    <a:pt x="3449869" y="833621"/>
                  </a:lnTo>
                  <a:lnTo>
                    <a:pt x="3410475" y="853996"/>
                  </a:lnTo>
                  <a:lnTo>
                    <a:pt x="3365119" y="861313"/>
                  </a:lnTo>
                  <a:lnTo>
                    <a:pt x="143637" y="861313"/>
                  </a:lnTo>
                  <a:lnTo>
                    <a:pt x="98218" y="853996"/>
                  </a:lnTo>
                  <a:lnTo>
                    <a:pt x="58786" y="833621"/>
                  </a:lnTo>
                  <a:lnTo>
                    <a:pt x="27700" y="802554"/>
                  </a:lnTo>
                  <a:lnTo>
                    <a:pt x="7318" y="763160"/>
                  </a:lnTo>
                  <a:lnTo>
                    <a:pt x="0" y="717803"/>
                  </a:lnTo>
                  <a:lnTo>
                    <a:pt x="0" y="143509"/>
                  </a:lnTo>
                  <a:close/>
                </a:path>
              </a:pathLst>
            </a:custGeom>
            <a:ln w="9525">
              <a:solidFill>
                <a:srgbClr val="7792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68323" y="2309630"/>
              <a:ext cx="541426" cy="54151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1194808" y="3153070"/>
            <a:ext cx="3582035" cy="934719"/>
            <a:chOff x="1194808" y="3153070"/>
            <a:chExt cx="3582035" cy="934719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94808" y="3153070"/>
              <a:ext cx="3581415" cy="93436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233170" y="3168904"/>
              <a:ext cx="3509010" cy="861694"/>
            </a:xfrm>
            <a:custGeom>
              <a:avLst/>
              <a:gdLst/>
              <a:ahLst/>
              <a:cxnLst/>
              <a:rect l="l" t="t" r="r" b="b"/>
              <a:pathLst>
                <a:path w="3509010" h="861695">
                  <a:moveTo>
                    <a:pt x="3365119" y="0"/>
                  </a:moveTo>
                  <a:lnTo>
                    <a:pt x="143510" y="0"/>
                  </a:lnTo>
                  <a:lnTo>
                    <a:pt x="98153" y="7317"/>
                  </a:lnTo>
                  <a:lnTo>
                    <a:pt x="58759" y="27692"/>
                  </a:lnTo>
                  <a:lnTo>
                    <a:pt x="27692" y="58759"/>
                  </a:lnTo>
                  <a:lnTo>
                    <a:pt x="7317" y="98153"/>
                  </a:lnTo>
                  <a:lnTo>
                    <a:pt x="0" y="143510"/>
                  </a:lnTo>
                  <a:lnTo>
                    <a:pt x="0" y="717804"/>
                  </a:lnTo>
                  <a:lnTo>
                    <a:pt x="7317" y="763160"/>
                  </a:lnTo>
                  <a:lnTo>
                    <a:pt x="27692" y="802554"/>
                  </a:lnTo>
                  <a:lnTo>
                    <a:pt x="58759" y="833621"/>
                  </a:lnTo>
                  <a:lnTo>
                    <a:pt x="98153" y="853996"/>
                  </a:lnTo>
                  <a:lnTo>
                    <a:pt x="143510" y="861314"/>
                  </a:lnTo>
                  <a:lnTo>
                    <a:pt x="3365119" y="861314"/>
                  </a:lnTo>
                  <a:lnTo>
                    <a:pt x="3410475" y="853996"/>
                  </a:lnTo>
                  <a:lnTo>
                    <a:pt x="3449869" y="833621"/>
                  </a:lnTo>
                  <a:lnTo>
                    <a:pt x="3480936" y="802554"/>
                  </a:lnTo>
                  <a:lnTo>
                    <a:pt x="3501311" y="763160"/>
                  </a:lnTo>
                  <a:lnTo>
                    <a:pt x="3508629" y="717804"/>
                  </a:lnTo>
                  <a:lnTo>
                    <a:pt x="3508629" y="143510"/>
                  </a:lnTo>
                  <a:lnTo>
                    <a:pt x="3501311" y="98153"/>
                  </a:lnTo>
                  <a:lnTo>
                    <a:pt x="3480936" y="58759"/>
                  </a:lnTo>
                  <a:lnTo>
                    <a:pt x="3449869" y="27692"/>
                  </a:lnTo>
                  <a:lnTo>
                    <a:pt x="3410475" y="7317"/>
                  </a:lnTo>
                  <a:lnTo>
                    <a:pt x="3365119" y="0"/>
                  </a:lnTo>
                  <a:close/>
                </a:path>
              </a:pathLst>
            </a:custGeom>
            <a:solidFill>
              <a:srgbClr val="B8CD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33170" y="3168904"/>
              <a:ext cx="3509010" cy="861694"/>
            </a:xfrm>
            <a:custGeom>
              <a:avLst/>
              <a:gdLst/>
              <a:ahLst/>
              <a:cxnLst/>
              <a:rect l="l" t="t" r="r" b="b"/>
              <a:pathLst>
                <a:path w="3509010" h="861695">
                  <a:moveTo>
                    <a:pt x="0" y="143510"/>
                  </a:moveTo>
                  <a:lnTo>
                    <a:pt x="7317" y="98153"/>
                  </a:lnTo>
                  <a:lnTo>
                    <a:pt x="27692" y="58759"/>
                  </a:lnTo>
                  <a:lnTo>
                    <a:pt x="58759" y="27692"/>
                  </a:lnTo>
                  <a:lnTo>
                    <a:pt x="98153" y="7317"/>
                  </a:lnTo>
                  <a:lnTo>
                    <a:pt x="143510" y="0"/>
                  </a:lnTo>
                  <a:lnTo>
                    <a:pt x="3365119" y="0"/>
                  </a:lnTo>
                  <a:lnTo>
                    <a:pt x="3410475" y="7317"/>
                  </a:lnTo>
                  <a:lnTo>
                    <a:pt x="3449869" y="27692"/>
                  </a:lnTo>
                  <a:lnTo>
                    <a:pt x="3480936" y="58759"/>
                  </a:lnTo>
                  <a:lnTo>
                    <a:pt x="3501311" y="98153"/>
                  </a:lnTo>
                  <a:lnTo>
                    <a:pt x="3508629" y="143510"/>
                  </a:lnTo>
                  <a:lnTo>
                    <a:pt x="3508629" y="717804"/>
                  </a:lnTo>
                  <a:lnTo>
                    <a:pt x="3501311" y="763160"/>
                  </a:lnTo>
                  <a:lnTo>
                    <a:pt x="3480936" y="802554"/>
                  </a:lnTo>
                  <a:lnTo>
                    <a:pt x="3449869" y="833621"/>
                  </a:lnTo>
                  <a:lnTo>
                    <a:pt x="3410475" y="853996"/>
                  </a:lnTo>
                  <a:lnTo>
                    <a:pt x="3365119" y="861314"/>
                  </a:lnTo>
                  <a:lnTo>
                    <a:pt x="143510" y="861314"/>
                  </a:lnTo>
                  <a:lnTo>
                    <a:pt x="98153" y="853996"/>
                  </a:lnTo>
                  <a:lnTo>
                    <a:pt x="58759" y="833621"/>
                  </a:lnTo>
                  <a:lnTo>
                    <a:pt x="27692" y="802554"/>
                  </a:lnTo>
                  <a:lnTo>
                    <a:pt x="7317" y="763160"/>
                  </a:lnTo>
                  <a:lnTo>
                    <a:pt x="0" y="717804"/>
                  </a:lnTo>
                  <a:lnTo>
                    <a:pt x="0" y="143510"/>
                  </a:lnTo>
                  <a:close/>
                </a:path>
              </a:pathLst>
            </a:custGeom>
            <a:ln w="9525">
              <a:solidFill>
                <a:srgbClr val="7792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23467" y="3317176"/>
              <a:ext cx="516318" cy="516318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1194808" y="4315855"/>
            <a:ext cx="3582035" cy="933450"/>
            <a:chOff x="1194808" y="4315855"/>
            <a:chExt cx="3582035" cy="933450"/>
          </a:xfrm>
        </p:grpSpPr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94808" y="4315855"/>
              <a:ext cx="3581415" cy="93288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233170" y="4331081"/>
              <a:ext cx="3509010" cy="861694"/>
            </a:xfrm>
            <a:custGeom>
              <a:avLst/>
              <a:gdLst/>
              <a:ahLst/>
              <a:cxnLst/>
              <a:rect l="l" t="t" r="r" b="b"/>
              <a:pathLst>
                <a:path w="3509010" h="861695">
                  <a:moveTo>
                    <a:pt x="3365119" y="0"/>
                  </a:moveTo>
                  <a:lnTo>
                    <a:pt x="143510" y="0"/>
                  </a:lnTo>
                  <a:lnTo>
                    <a:pt x="98153" y="7318"/>
                  </a:lnTo>
                  <a:lnTo>
                    <a:pt x="58759" y="27700"/>
                  </a:lnTo>
                  <a:lnTo>
                    <a:pt x="27692" y="58786"/>
                  </a:lnTo>
                  <a:lnTo>
                    <a:pt x="7317" y="98218"/>
                  </a:lnTo>
                  <a:lnTo>
                    <a:pt x="0" y="143637"/>
                  </a:lnTo>
                  <a:lnTo>
                    <a:pt x="0" y="717931"/>
                  </a:lnTo>
                  <a:lnTo>
                    <a:pt x="7317" y="763287"/>
                  </a:lnTo>
                  <a:lnTo>
                    <a:pt x="27692" y="802681"/>
                  </a:lnTo>
                  <a:lnTo>
                    <a:pt x="58759" y="833748"/>
                  </a:lnTo>
                  <a:lnTo>
                    <a:pt x="98153" y="854123"/>
                  </a:lnTo>
                  <a:lnTo>
                    <a:pt x="143510" y="861441"/>
                  </a:lnTo>
                  <a:lnTo>
                    <a:pt x="3365119" y="861441"/>
                  </a:lnTo>
                  <a:lnTo>
                    <a:pt x="3410475" y="854123"/>
                  </a:lnTo>
                  <a:lnTo>
                    <a:pt x="3449869" y="833748"/>
                  </a:lnTo>
                  <a:lnTo>
                    <a:pt x="3480936" y="802681"/>
                  </a:lnTo>
                  <a:lnTo>
                    <a:pt x="3501311" y="763287"/>
                  </a:lnTo>
                  <a:lnTo>
                    <a:pt x="3508629" y="717931"/>
                  </a:lnTo>
                  <a:lnTo>
                    <a:pt x="3508629" y="143637"/>
                  </a:lnTo>
                  <a:lnTo>
                    <a:pt x="3501311" y="98218"/>
                  </a:lnTo>
                  <a:lnTo>
                    <a:pt x="3480936" y="58786"/>
                  </a:lnTo>
                  <a:lnTo>
                    <a:pt x="3449869" y="27700"/>
                  </a:lnTo>
                  <a:lnTo>
                    <a:pt x="3410475" y="7318"/>
                  </a:lnTo>
                  <a:lnTo>
                    <a:pt x="3365119" y="0"/>
                  </a:lnTo>
                  <a:close/>
                </a:path>
              </a:pathLst>
            </a:custGeom>
            <a:solidFill>
              <a:srgbClr val="E6B8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33170" y="4331081"/>
              <a:ext cx="3509010" cy="861694"/>
            </a:xfrm>
            <a:custGeom>
              <a:avLst/>
              <a:gdLst/>
              <a:ahLst/>
              <a:cxnLst/>
              <a:rect l="l" t="t" r="r" b="b"/>
              <a:pathLst>
                <a:path w="3509010" h="861695">
                  <a:moveTo>
                    <a:pt x="0" y="143637"/>
                  </a:moveTo>
                  <a:lnTo>
                    <a:pt x="7317" y="98218"/>
                  </a:lnTo>
                  <a:lnTo>
                    <a:pt x="27692" y="58786"/>
                  </a:lnTo>
                  <a:lnTo>
                    <a:pt x="58759" y="27700"/>
                  </a:lnTo>
                  <a:lnTo>
                    <a:pt x="98153" y="7318"/>
                  </a:lnTo>
                  <a:lnTo>
                    <a:pt x="143510" y="0"/>
                  </a:lnTo>
                  <a:lnTo>
                    <a:pt x="3365119" y="0"/>
                  </a:lnTo>
                  <a:lnTo>
                    <a:pt x="3410475" y="7318"/>
                  </a:lnTo>
                  <a:lnTo>
                    <a:pt x="3449869" y="27700"/>
                  </a:lnTo>
                  <a:lnTo>
                    <a:pt x="3480936" y="58786"/>
                  </a:lnTo>
                  <a:lnTo>
                    <a:pt x="3501311" y="98218"/>
                  </a:lnTo>
                  <a:lnTo>
                    <a:pt x="3508629" y="143637"/>
                  </a:lnTo>
                  <a:lnTo>
                    <a:pt x="3508629" y="717931"/>
                  </a:lnTo>
                  <a:lnTo>
                    <a:pt x="3501311" y="763287"/>
                  </a:lnTo>
                  <a:lnTo>
                    <a:pt x="3480936" y="802681"/>
                  </a:lnTo>
                  <a:lnTo>
                    <a:pt x="3449869" y="833748"/>
                  </a:lnTo>
                  <a:lnTo>
                    <a:pt x="3410475" y="854123"/>
                  </a:lnTo>
                  <a:lnTo>
                    <a:pt x="3365119" y="861441"/>
                  </a:lnTo>
                  <a:lnTo>
                    <a:pt x="143510" y="861441"/>
                  </a:lnTo>
                  <a:lnTo>
                    <a:pt x="98153" y="854123"/>
                  </a:lnTo>
                  <a:lnTo>
                    <a:pt x="58759" y="833748"/>
                  </a:lnTo>
                  <a:lnTo>
                    <a:pt x="27692" y="802681"/>
                  </a:lnTo>
                  <a:lnTo>
                    <a:pt x="7317" y="763287"/>
                  </a:lnTo>
                  <a:lnTo>
                    <a:pt x="0" y="717931"/>
                  </a:lnTo>
                  <a:lnTo>
                    <a:pt x="0" y="143637"/>
                  </a:lnTo>
                  <a:close/>
                </a:path>
              </a:pathLst>
            </a:custGeom>
            <a:ln w="9525">
              <a:solidFill>
                <a:srgbClr val="7792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1194808" y="5393363"/>
            <a:ext cx="3582035" cy="934719"/>
            <a:chOff x="1194808" y="5393363"/>
            <a:chExt cx="3582035" cy="934719"/>
          </a:xfrm>
        </p:grpSpPr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94808" y="5393363"/>
              <a:ext cx="3581415" cy="93436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233170" y="5408802"/>
              <a:ext cx="3509010" cy="861694"/>
            </a:xfrm>
            <a:custGeom>
              <a:avLst/>
              <a:gdLst/>
              <a:ahLst/>
              <a:cxnLst/>
              <a:rect l="l" t="t" r="r" b="b"/>
              <a:pathLst>
                <a:path w="3509010" h="861695">
                  <a:moveTo>
                    <a:pt x="3365119" y="0"/>
                  </a:moveTo>
                  <a:lnTo>
                    <a:pt x="143510" y="0"/>
                  </a:lnTo>
                  <a:lnTo>
                    <a:pt x="98153" y="7317"/>
                  </a:lnTo>
                  <a:lnTo>
                    <a:pt x="58759" y="27692"/>
                  </a:lnTo>
                  <a:lnTo>
                    <a:pt x="27692" y="58759"/>
                  </a:lnTo>
                  <a:lnTo>
                    <a:pt x="7317" y="98153"/>
                  </a:lnTo>
                  <a:lnTo>
                    <a:pt x="0" y="143510"/>
                  </a:lnTo>
                  <a:lnTo>
                    <a:pt x="0" y="717804"/>
                  </a:lnTo>
                  <a:lnTo>
                    <a:pt x="7317" y="763180"/>
                  </a:lnTo>
                  <a:lnTo>
                    <a:pt x="27692" y="802588"/>
                  </a:lnTo>
                  <a:lnTo>
                    <a:pt x="58759" y="833665"/>
                  </a:lnTo>
                  <a:lnTo>
                    <a:pt x="98153" y="854045"/>
                  </a:lnTo>
                  <a:lnTo>
                    <a:pt x="143510" y="861364"/>
                  </a:lnTo>
                  <a:lnTo>
                    <a:pt x="3365119" y="861364"/>
                  </a:lnTo>
                  <a:lnTo>
                    <a:pt x="3410475" y="854045"/>
                  </a:lnTo>
                  <a:lnTo>
                    <a:pt x="3449869" y="833665"/>
                  </a:lnTo>
                  <a:lnTo>
                    <a:pt x="3480936" y="802588"/>
                  </a:lnTo>
                  <a:lnTo>
                    <a:pt x="3501311" y="763180"/>
                  </a:lnTo>
                  <a:lnTo>
                    <a:pt x="3508629" y="717804"/>
                  </a:lnTo>
                  <a:lnTo>
                    <a:pt x="3508629" y="143510"/>
                  </a:lnTo>
                  <a:lnTo>
                    <a:pt x="3501311" y="98153"/>
                  </a:lnTo>
                  <a:lnTo>
                    <a:pt x="3480936" y="58759"/>
                  </a:lnTo>
                  <a:lnTo>
                    <a:pt x="3449869" y="27692"/>
                  </a:lnTo>
                  <a:lnTo>
                    <a:pt x="3410475" y="7317"/>
                  </a:lnTo>
                  <a:lnTo>
                    <a:pt x="3365119" y="0"/>
                  </a:lnTo>
                  <a:close/>
                </a:path>
              </a:pathLst>
            </a:custGeom>
            <a:solidFill>
              <a:srgbClr val="F1F8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33170" y="5408802"/>
              <a:ext cx="3509010" cy="861694"/>
            </a:xfrm>
            <a:custGeom>
              <a:avLst/>
              <a:gdLst/>
              <a:ahLst/>
              <a:cxnLst/>
              <a:rect l="l" t="t" r="r" b="b"/>
              <a:pathLst>
                <a:path w="3509010" h="861695">
                  <a:moveTo>
                    <a:pt x="0" y="143510"/>
                  </a:moveTo>
                  <a:lnTo>
                    <a:pt x="7317" y="98153"/>
                  </a:lnTo>
                  <a:lnTo>
                    <a:pt x="27692" y="58759"/>
                  </a:lnTo>
                  <a:lnTo>
                    <a:pt x="58759" y="27692"/>
                  </a:lnTo>
                  <a:lnTo>
                    <a:pt x="98153" y="7317"/>
                  </a:lnTo>
                  <a:lnTo>
                    <a:pt x="143510" y="0"/>
                  </a:lnTo>
                  <a:lnTo>
                    <a:pt x="3365119" y="0"/>
                  </a:lnTo>
                  <a:lnTo>
                    <a:pt x="3410475" y="7317"/>
                  </a:lnTo>
                  <a:lnTo>
                    <a:pt x="3449869" y="27692"/>
                  </a:lnTo>
                  <a:lnTo>
                    <a:pt x="3480936" y="58759"/>
                  </a:lnTo>
                  <a:lnTo>
                    <a:pt x="3501311" y="98153"/>
                  </a:lnTo>
                  <a:lnTo>
                    <a:pt x="3508629" y="143510"/>
                  </a:lnTo>
                  <a:lnTo>
                    <a:pt x="3508629" y="717804"/>
                  </a:lnTo>
                  <a:lnTo>
                    <a:pt x="3501311" y="763180"/>
                  </a:lnTo>
                  <a:lnTo>
                    <a:pt x="3480936" y="802588"/>
                  </a:lnTo>
                  <a:lnTo>
                    <a:pt x="3449869" y="833665"/>
                  </a:lnTo>
                  <a:lnTo>
                    <a:pt x="3410475" y="854045"/>
                  </a:lnTo>
                  <a:lnTo>
                    <a:pt x="3365119" y="861364"/>
                  </a:lnTo>
                  <a:lnTo>
                    <a:pt x="143510" y="861364"/>
                  </a:lnTo>
                  <a:lnTo>
                    <a:pt x="98153" y="854045"/>
                  </a:lnTo>
                  <a:lnTo>
                    <a:pt x="58759" y="833665"/>
                  </a:lnTo>
                  <a:lnTo>
                    <a:pt x="27692" y="802588"/>
                  </a:lnTo>
                  <a:lnTo>
                    <a:pt x="7317" y="763180"/>
                  </a:lnTo>
                  <a:lnTo>
                    <a:pt x="0" y="717804"/>
                  </a:lnTo>
                  <a:lnTo>
                    <a:pt x="0" y="143510"/>
                  </a:lnTo>
                  <a:close/>
                </a:path>
              </a:pathLst>
            </a:custGeom>
            <a:ln w="9525">
              <a:solidFill>
                <a:srgbClr val="7792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597278" y="1274191"/>
            <a:ext cx="76835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420485" algn="l"/>
              </a:tabLst>
            </a:pPr>
            <a:r>
              <a:rPr sz="2800" b="1" spc="-125" dirty="0">
                <a:solidFill>
                  <a:srgbClr val="174167"/>
                </a:solidFill>
                <a:latin typeface="Sitka Subheading"/>
                <a:cs typeface="Sitka Subheading"/>
              </a:rPr>
              <a:t>Potential</a:t>
            </a:r>
            <a:r>
              <a:rPr sz="2800" b="1" spc="-25" dirty="0">
                <a:solidFill>
                  <a:srgbClr val="174167"/>
                </a:solidFill>
                <a:latin typeface="Sitka Subheading"/>
                <a:cs typeface="Sitka Subheading"/>
              </a:rPr>
              <a:t> </a:t>
            </a:r>
            <a:r>
              <a:rPr sz="2800" b="1" spc="-10" dirty="0">
                <a:solidFill>
                  <a:srgbClr val="174167"/>
                </a:solidFill>
                <a:latin typeface="Sitka Subheading"/>
                <a:cs typeface="Sitka Subheading"/>
              </a:rPr>
              <a:t>Impacts</a:t>
            </a:r>
            <a:r>
              <a:rPr sz="2800" b="1" dirty="0">
                <a:solidFill>
                  <a:srgbClr val="174167"/>
                </a:solidFill>
                <a:latin typeface="Sitka Subheading"/>
                <a:cs typeface="Sitka Subheading"/>
              </a:rPr>
              <a:t>	</a:t>
            </a:r>
            <a:r>
              <a:rPr sz="2800" b="1" spc="-110" dirty="0">
                <a:solidFill>
                  <a:srgbClr val="174167"/>
                </a:solidFill>
                <a:latin typeface="Sitka Subheading"/>
                <a:cs typeface="Sitka Subheading"/>
              </a:rPr>
              <a:t>Benefits</a:t>
            </a:r>
            <a:endParaRPr sz="2800">
              <a:latin typeface="Sitka Subheading"/>
              <a:cs typeface="Sitka Subheading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161521" y="2109217"/>
            <a:ext cx="2520950" cy="1214755"/>
            <a:chOff x="6161521" y="2109217"/>
            <a:chExt cx="2520950" cy="1214755"/>
          </a:xfrm>
        </p:grpSpPr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61521" y="2109217"/>
              <a:ext cx="2520717" cy="1214638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199124" y="2124710"/>
              <a:ext cx="2449830" cy="1143000"/>
            </a:xfrm>
            <a:custGeom>
              <a:avLst/>
              <a:gdLst/>
              <a:ahLst/>
              <a:cxnLst/>
              <a:rect l="l" t="t" r="r" b="b"/>
              <a:pathLst>
                <a:path w="2449829" h="1143000">
                  <a:moveTo>
                    <a:pt x="2259076" y="0"/>
                  </a:moveTo>
                  <a:lnTo>
                    <a:pt x="190500" y="0"/>
                  </a:lnTo>
                  <a:lnTo>
                    <a:pt x="146797" y="5034"/>
                  </a:lnTo>
                  <a:lnTo>
                    <a:pt x="106691" y="19372"/>
                  </a:lnTo>
                  <a:lnTo>
                    <a:pt x="71321" y="41867"/>
                  </a:lnTo>
                  <a:lnTo>
                    <a:pt x="41827" y="71374"/>
                  </a:lnTo>
                  <a:lnTo>
                    <a:pt x="19349" y="106746"/>
                  </a:lnTo>
                  <a:lnTo>
                    <a:pt x="5027" y="146837"/>
                  </a:lnTo>
                  <a:lnTo>
                    <a:pt x="0" y="190500"/>
                  </a:lnTo>
                  <a:lnTo>
                    <a:pt x="0" y="952500"/>
                  </a:lnTo>
                  <a:lnTo>
                    <a:pt x="5027" y="996162"/>
                  </a:lnTo>
                  <a:lnTo>
                    <a:pt x="19349" y="1036253"/>
                  </a:lnTo>
                  <a:lnTo>
                    <a:pt x="41827" y="1071625"/>
                  </a:lnTo>
                  <a:lnTo>
                    <a:pt x="71321" y="1101132"/>
                  </a:lnTo>
                  <a:lnTo>
                    <a:pt x="106691" y="1123627"/>
                  </a:lnTo>
                  <a:lnTo>
                    <a:pt x="146797" y="1137965"/>
                  </a:lnTo>
                  <a:lnTo>
                    <a:pt x="190500" y="1143000"/>
                  </a:lnTo>
                  <a:lnTo>
                    <a:pt x="2259076" y="1143000"/>
                  </a:lnTo>
                  <a:lnTo>
                    <a:pt x="2302738" y="1137965"/>
                  </a:lnTo>
                  <a:lnTo>
                    <a:pt x="2342829" y="1123627"/>
                  </a:lnTo>
                  <a:lnTo>
                    <a:pt x="2378201" y="1101132"/>
                  </a:lnTo>
                  <a:lnTo>
                    <a:pt x="2407708" y="1071625"/>
                  </a:lnTo>
                  <a:lnTo>
                    <a:pt x="2430203" y="1036253"/>
                  </a:lnTo>
                  <a:lnTo>
                    <a:pt x="2444541" y="996162"/>
                  </a:lnTo>
                  <a:lnTo>
                    <a:pt x="2449576" y="952500"/>
                  </a:lnTo>
                  <a:lnTo>
                    <a:pt x="2449576" y="190500"/>
                  </a:lnTo>
                  <a:lnTo>
                    <a:pt x="2444541" y="146837"/>
                  </a:lnTo>
                  <a:lnTo>
                    <a:pt x="2430203" y="106746"/>
                  </a:lnTo>
                  <a:lnTo>
                    <a:pt x="2407708" y="71374"/>
                  </a:lnTo>
                  <a:lnTo>
                    <a:pt x="2378201" y="41867"/>
                  </a:lnTo>
                  <a:lnTo>
                    <a:pt x="2342829" y="19372"/>
                  </a:lnTo>
                  <a:lnTo>
                    <a:pt x="2302738" y="5034"/>
                  </a:lnTo>
                  <a:lnTo>
                    <a:pt x="2259076" y="0"/>
                  </a:lnTo>
                  <a:close/>
                </a:path>
              </a:pathLst>
            </a:custGeom>
            <a:solidFill>
              <a:srgbClr val="E6D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199124" y="2124710"/>
              <a:ext cx="2449830" cy="1143000"/>
            </a:xfrm>
            <a:custGeom>
              <a:avLst/>
              <a:gdLst/>
              <a:ahLst/>
              <a:cxnLst/>
              <a:rect l="l" t="t" r="r" b="b"/>
              <a:pathLst>
                <a:path w="2449829" h="1143000">
                  <a:moveTo>
                    <a:pt x="0" y="190500"/>
                  </a:moveTo>
                  <a:lnTo>
                    <a:pt x="5027" y="146837"/>
                  </a:lnTo>
                  <a:lnTo>
                    <a:pt x="19349" y="106746"/>
                  </a:lnTo>
                  <a:lnTo>
                    <a:pt x="41827" y="71374"/>
                  </a:lnTo>
                  <a:lnTo>
                    <a:pt x="71321" y="41867"/>
                  </a:lnTo>
                  <a:lnTo>
                    <a:pt x="106691" y="19372"/>
                  </a:lnTo>
                  <a:lnTo>
                    <a:pt x="146797" y="5034"/>
                  </a:lnTo>
                  <a:lnTo>
                    <a:pt x="190500" y="0"/>
                  </a:lnTo>
                  <a:lnTo>
                    <a:pt x="2259076" y="0"/>
                  </a:lnTo>
                  <a:lnTo>
                    <a:pt x="2302738" y="5034"/>
                  </a:lnTo>
                  <a:lnTo>
                    <a:pt x="2342829" y="19372"/>
                  </a:lnTo>
                  <a:lnTo>
                    <a:pt x="2378201" y="41867"/>
                  </a:lnTo>
                  <a:lnTo>
                    <a:pt x="2407708" y="71374"/>
                  </a:lnTo>
                  <a:lnTo>
                    <a:pt x="2430203" y="106746"/>
                  </a:lnTo>
                  <a:lnTo>
                    <a:pt x="2444541" y="146837"/>
                  </a:lnTo>
                  <a:lnTo>
                    <a:pt x="2449576" y="190500"/>
                  </a:lnTo>
                  <a:lnTo>
                    <a:pt x="2449576" y="952500"/>
                  </a:lnTo>
                  <a:lnTo>
                    <a:pt x="2444541" y="996162"/>
                  </a:lnTo>
                  <a:lnTo>
                    <a:pt x="2430203" y="1036253"/>
                  </a:lnTo>
                  <a:lnTo>
                    <a:pt x="2407708" y="1071625"/>
                  </a:lnTo>
                  <a:lnTo>
                    <a:pt x="2378201" y="1101132"/>
                  </a:lnTo>
                  <a:lnTo>
                    <a:pt x="2342829" y="1123627"/>
                  </a:lnTo>
                  <a:lnTo>
                    <a:pt x="2302738" y="1137965"/>
                  </a:lnTo>
                  <a:lnTo>
                    <a:pt x="2259076" y="1143000"/>
                  </a:lnTo>
                  <a:lnTo>
                    <a:pt x="190500" y="1143000"/>
                  </a:lnTo>
                  <a:lnTo>
                    <a:pt x="146797" y="1137965"/>
                  </a:lnTo>
                  <a:lnTo>
                    <a:pt x="106691" y="1123627"/>
                  </a:lnTo>
                  <a:lnTo>
                    <a:pt x="71321" y="1101132"/>
                  </a:lnTo>
                  <a:lnTo>
                    <a:pt x="41827" y="1071625"/>
                  </a:lnTo>
                  <a:lnTo>
                    <a:pt x="19349" y="1036253"/>
                  </a:lnTo>
                  <a:lnTo>
                    <a:pt x="5027" y="996162"/>
                  </a:lnTo>
                  <a:lnTo>
                    <a:pt x="0" y="952500"/>
                  </a:lnTo>
                  <a:lnTo>
                    <a:pt x="0" y="190500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50178" y="2362695"/>
              <a:ext cx="532015" cy="532015"/>
            </a:xfrm>
            <a:prstGeom prst="rect">
              <a:avLst/>
            </a:prstGeom>
          </p:spPr>
        </p:pic>
      </p:grpSp>
      <p:grpSp>
        <p:nvGrpSpPr>
          <p:cNvPr id="32" name="object 32"/>
          <p:cNvGrpSpPr/>
          <p:nvPr/>
        </p:nvGrpSpPr>
        <p:grpSpPr>
          <a:xfrm>
            <a:off x="6161521" y="5012424"/>
            <a:ext cx="2520950" cy="1214755"/>
            <a:chOff x="6161521" y="5012424"/>
            <a:chExt cx="2520950" cy="1214755"/>
          </a:xfrm>
        </p:grpSpPr>
        <p:pic>
          <p:nvPicPr>
            <p:cNvPr id="33" name="object 3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61521" y="5012424"/>
              <a:ext cx="2520717" cy="1214638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6199124" y="5027803"/>
              <a:ext cx="2449830" cy="1143000"/>
            </a:xfrm>
            <a:custGeom>
              <a:avLst/>
              <a:gdLst/>
              <a:ahLst/>
              <a:cxnLst/>
              <a:rect l="l" t="t" r="r" b="b"/>
              <a:pathLst>
                <a:path w="2449829" h="1143000">
                  <a:moveTo>
                    <a:pt x="2259076" y="0"/>
                  </a:moveTo>
                  <a:lnTo>
                    <a:pt x="190500" y="0"/>
                  </a:lnTo>
                  <a:lnTo>
                    <a:pt x="146797" y="5027"/>
                  </a:lnTo>
                  <a:lnTo>
                    <a:pt x="106691" y="19349"/>
                  </a:lnTo>
                  <a:lnTo>
                    <a:pt x="71321" y="41827"/>
                  </a:lnTo>
                  <a:lnTo>
                    <a:pt x="41827" y="71321"/>
                  </a:lnTo>
                  <a:lnTo>
                    <a:pt x="19349" y="106691"/>
                  </a:lnTo>
                  <a:lnTo>
                    <a:pt x="5027" y="146797"/>
                  </a:lnTo>
                  <a:lnTo>
                    <a:pt x="0" y="190500"/>
                  </a:lnTo>
                  <a:lnTo>
                    <a:pt x="0" y="952487"/>
                  </a:lnTo>
                  <a:lnTo>
                    <a:pt x="5027" y="996166"/>
                  </a:lnTo>
                  <a:lnTo>
                    <a:pt x="19349" y="1036262"/>
                  </a:lnTo>
                  <a:lnTo>
                    <a:pt x="41827" y="1071633"/>
                  </a:lnTo>
                  <a:lnTo>
                    <a:pt x="71321" y="1101135"/>
                  </a:lnTo>
                  <a:lnTo>
                    <a:pt x="106691" y="1123624"/>
                  </a:lnTo>
                  <a:lnTo>
                    <a:pt x="146797" y="1137955"/>
                  </a:lnTo>
                  <a:lnTo>
                    <a:pt x="190500" y="1142987"/>
                  </a:lnTo>
                  <a:lnTo>
                    <a:pt x="2259076" y="1142987"/>
                  </a:lnTo>
                  <a:lnTo>
                    <a:pt x="2302738" y="1137955"/>
                  </a:lnTo>
                  <a:lnTo>
                    <a:pt x="2342829" y="1123624"/>
                  </a:lnTo>
                  <a:lnTo>
                    <a:pt x="2378201" y="1101135"/>
                  </a:lnTo>
                  <a:lnTo>
                    <a:pt x="2407708" y="1071633"/>
                  </a:lnTo>
                  <a:lnTo>
                    <a:pt x="2430203" y="1036262"/>
                  </a:lnTo>
                  <a:lnTo>
                    <a:pt x="2444541" y="996166"/>
                  </a:lnTo>
                  <a:lnTo>
                    <a:pt x="2449576" y="952487"/>
                  </a:lnTo>
                  <a:lnTo>
                    <a:pt x="2449576" y="190500"/>
                  </a:lnTo>
                  <a:lnTo>
                    <a:pt x="2444541" y="146797"/>
                  </a:lnTo>
                  <a:lnTo>
                    <a:pt x="2430203" y="106691"/>
                  </a:lnTo>
                  <a:lnTo>
                    <a:pt x="2407708" y="71321"/>
                  </a:lnTo>
                  <a:lnTo>
                    <a:pt x="2378201" y="41827"/>
                  </a:lnTo>
                  <a:lnTo>
                    <a:pt x="2342829" y="19349"/>
                  </a:lnTo>
                  <a:lnTo>
                    <a:pt x="2302738" y="5027"/>
                  </a:lnTo>
                  <a:lnTo>
                    <a:pt x="2259076" y="0"/>
                  </a:lnTo>
                  <a:close/>
                </a:path>
              </a:pathLst>
            </a:custGeom>
            <a:solidFill>
              <a:srgbClr val="D5B4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199124" y="5027803"/>
              <a:ext cx="2449830" cy="1143000"/>
            </a:xfrm>
            <a:custGeom>
              <a:avLst/>
              <a:gdLst/>
              <a:ahLst/>
              <a:cxnLst/>
              <a:rect l="l" t="t" r="r" b="b"/>
              <a:pathLst>
                <a:path w="2449829" h="1143000">
                  <a:moveTo>
                    <a:pt x="0" y="190500"/>
                  </a:moveTo>
                  <a:lnTo>
                    <a:pt x="5027" y="146797"/>
                  </a:lnTo>
                  <a:lnTo>
                    <a:pt x="19349" y="106691"/>
                  </a:lnTo>
                  <a:lnTo>
                    <a:pt x="41827" y="71321"/>
                  </a:lnTo>
                  <a:lnTo>
                    <a:pt x="71321" y="41827"/>
                  </a:lnTo>
                  <a:lnTo>
                    <a:pt x="106691" y="19349"/>
                  </a:lnTo>
                  <a:lnTo>
                    <a:pt x="146797" y="5027"/>
                  </a:lnTo>
                  <a:lnTo>
                    <a:pt x="190500" y="0"/>
                  </a:lnTo>
                  <a:lnTo>
                    <a:pt x="2259076" y="0"/>
                  </a:lnTo>
                  <a:lnTo>
                    <a:pt x="2302738" y="5027"/>
                  </a:lnTo>
                  <a:lnTo>
                    <a:pt x="2342829" y="19349"/>
                  </a:lnTo>
                  <a:lnTo>
                    <a:pt x="2378201" y="41827"/>
                  </a:lnTo>
                  <a:lnTo>
                    <a:pt x="2407708" y="71321"/>
                  </a:lnTo>
                  <a:lnTo>
                    <a:pt x="2430203" y="106691"/>
                  </a:lnTo>
                  <a:lnTo>
                    <a:pt x="2444541" y="146797"/>
                  </a:lnTo>
                  <a:lnTo>
                    <a:pt x="2449576" y="190500"/>
                  </a:lnTo>
                  <a:lnTo>
                    <a:pt x="2449576" y="952487"/>
                  </a:lnTo>
                  <a:lnTo>
                    <a:pt x="2444541" y="996166"/>
                  </a:lnTo>
                  <a:lnTo>
                    <a:pt x="2430203" y="1036262"/>
                  </a:lnTo>
                  <a:lnTo>
                    <a:pt x="2407708" y="1071633"/>
                  </a:lnTo>
                  <a:lnTo>
                    <a:pt x="2378201" y="1101135"/>
                  </a:lnTo>
                  <a:lnTo>
                    <a:pt x="2342829" y="1123624"/>
                  </a:lnTo>
                  <a:lnTo>
                    <a:pt x="2302738" y="1137955"/>
                  </a:lnTo>
                  <a:lnTo>
                    <a:pt x="2259076" y="1142987"/>
                  </a:lnTo>
                  <a:lnTo>
                    <a:pt x="190500" y="1142987"/>
                  </a:lnTo>
                  <a:lnTo>
                    <a:pt x="146797" y="1137955"/>
                  </a:lnTo>
                  <a:lnTo>
                    <a:pt x="106691" y="1123624"/>
                  </a:lnTo>
                  <a:lnTo>
                    <a:pt x="71321" y="1101135"/>
                  </a:lnTo>
                  <a:lnTo>
                    <a:pt x="41827" y="1071633"/>
                  </a:lnTo>
                  <a:lnTo>
                    <a:pt x="19349" y="1036262"/>
                  </a:lnTo>
                  <a:lnTo>
                    <a:pt x="5027" y="996166"/>
                  </a:lnTo>
                  <a:lnTo>
                    <a:pt x="0" y="952487"/>
                  </a:lnTo>
                  <a:lnTo>
                    <a:pt x="0" y="190500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305423" y="5242255"/>
              <a:ext cx="616851" cy="616851"/>
            </a:xfrm>
            <a:prstGeom prst="rect">
              <a:avLst/>
            </a:prstGeom>
          </p:spPr>
        </p:pic>
      </p:grpSp>
      <p:grpSp>
        <p:nvGrpSpPr>
          <p:cNvPr id="37" name="object 37"/>
          <p:cNvGrpSpPr/>
          <p:nvPr/>
        </p:nvGrpSpPr>
        <p:grpSpPr>
          <a:xfrm>
            <a:off x="6161521" y="3575305"/>
            <a:ext cx="2520950" cy="1214755"/>
            <a:chOff x="6161521" y="3575305"/>
            <a:chExt cx="2520950" cy="1214755"/>
          </a:xfrm>
        </p:grpSpPr>
        <p:pic>
          <p:nvPicPr>
            <p:cNvPr id="38" name="object 3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161521" y="3575305"/>
              <a:ext cx="2520717" cy="1214638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199124" y="3590290"/>
              <a:ext cx="2449830" cy="1143000"/>
            </a:xfrm>
            <a:custGeom>
              <a:avLst/>
              <a:gdLst/>
              <a:ahLst/>
              <a:cxnLst/>
              <a:rect l="l" t="t" r="r" b="b"/>
              <a:pathLst>
                <a:path w="2449829" h="1143000">
                  <a:moveTo>
                    <a:pt x="2259076" y="0"/>
                  </a:moveTo>
                  <a:lnTo>
                    <a:pt x="190500" y="0"/>
                  </a:lnTo>
                  <a:lnTo>
                    <a:pt x="146797" y="5034"/>
                  </a:lnTo>
                  <a:lnTo>
                    <a:pt x="106691" y="19372"/>
                  </a:lnTo>
                  <a:lnTo>
                    <a:pt x="71321" y="41867"/>
                  </a:lnTo>
                  <a:lnTo>
                    <a:pt x="41827" y="71374"/>
                  </a:lnTo>
                  <a:lnTo>
                    <a:pt x="19349" y="106746"/>
                  </a:lnTo>
                  <a:lnTo>
                    <a:pt x="5027" y="146837"/>
                  </a:lnTo>
                  <a:lnTo>
                    <a:pt x="0" y="190500"/>
                  </a:lnTo>
                  <a:lnTo>
                    <a:pt x="0" y="952500"/>
                  </a:lnTo>
                  <a:lnTo>
                    <a:pt x="5027" y="996162"/>
                  </a:lnTo>
                  <a:lnTo>
                    <a:pt x="19349" y="1036253"/>
                  </a:lnTo>
                  <a:lnTo>
                    <a:pt x="41827" y="1071625"/>
                  </a:lnTo>
                  <a:lnTo>
                    <a:pt x="71321" y="1101132"/>
                  </a:lnTo>
                  <a:lnTo>
                    <a:pt x="106691" y="1123627"/>
                  </a:lnTo>
                  <a:lnTo>
                    <a:pt x="146797" y="1137965"/>
                  </a:lnTo>
                  <a:lnTo>
                    <a:pt x="190500" y="1143000"/>
                  </a:lnTo>
                  <a:lnTo>
                    <a:pt x="2259076" y="1143000"/>
                  </a:lnTo>
                  <a:lnTo>
                    <a:pt x="2302738" y="1137965"/>
                  </a:lnTo>
                  <a:lnTo>
                    <a:pt x="2342829" y="1123627"/>
                  </a:lnTo>
                  <a:lnTo>
                    <a:pt x="2378201" y="1101132"/>
                  </a:lnTo>
                  <a:lnTo>
                    <a:pt x="2407708" y="1071625"/>
                  </a:lnTo>
                  <a:lnTo>
                    <a:pt x="2430203" y="1036253"/>
                  </a:lnTo>
                  <a:lnTo>
                    <a:pt x="2444541" y="996162"/>
                  </a:lnTo>
                  <a:lnTo>
                    <a:pt x="2449576" y="952500"/>
                  </a:lnTo>
                  <a:lnTo>
                    <a:pt x="2449576" y="190500"/>
                  </a:lnTo>
                  <a:lnTo>
                    <a:pt x="2444541" y="146837"/>
                  </a:lnTo>
                  <a:lnTo>
                    <a:pt x="2430203" y="106746"/>
                  </a:lnTo>
                  <a:lnTo>
                    <a:pt x="2407708" y="71374"/>
                  </a:lnTo>
                  <a:lnTo>
                    <a:pt x="2378201" y="41867"/>
                  </a:lnTo>
                  <a:lnTo>
                    <a:pt x="2342829" y="19372"/>
                  </a:lnTo>
                  <a:lnTo>
                    <a:pt x="2302738" y="5034"/>
                  </a:lnTo>
                  <a:lnTo>
                    <a:pt x="2259076" y="0"/>
                  </a:lnTo>
                  <a:close/>
                </a:path>
              </a:pathLst>
            </a:custGeom>
            <a:solidFill>
              <a:srgbClr val="EBF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199124" y="3590290"/>
              <a:ext cx="2449830" cy="1143000"/>
            </a:xfrm>
            <a:custGeom>
              <a:avLst/>
              <a:gdLst/>
              <a:ahLst/>
              <a:cxnLst/>
              <a:rect l="l" t="t" r="r" b="b"/>
              <a:pathLst>
                <a:path w="2449829" h="1143000">
                  <a:moveTo>
                    <a:pt x="0" y="190500"/>
                  </a:moveTo>
                  <a:lnTo>
                    <a:pt x="5027" y="146837"/>
                  </a:lnTo>
                  <a:lnTo>
                    <a:pt x="19349" y="106746"/>
                  </a:lnTo>
                  <a:lnTo>
                    <a:pt x="41827" y="71374"/>
                  </a:lnTo>
                  <a:lnTo>
                    <a:pt x="71321" y="41867"/>
                  </a:lnTo>
                  <a:lnTo>
                    <a:pt x="106691" y="19372"/>
                  </a:lnTo>
                  <a:lnTo>
                    <a:pt x="146797" y="5034"/>
                  </a:lnTo>
                  <a:lnTo>
                    <a:pt x="190500" y="0"/>
                  </a:lnTo>
                  <a:lnTo>
                    <a:pt x="2259076" y="0"/>
                  </a:lnTo>
                  <a:lnTo>
                    <a:pt x="2302738" y="5034"/>
                  </a:lnTo>
                  <a:lnTo>
                    <a:pt x="2342829" y="19372"/>
                  </a:lnTo>
                  <a:lnTo>
                    <a:pt x="2378201" y="41867"/>
                  </a:lnTo>
                  <a:lnTo>
                    <a:pt x="2407708" y="71374"/>
                  </a:lnTo>
                  <a:lnTo>
                    <a:pt x="2430203" y="106746"/>
                  </a:lnTo>
                  <a:lnTo>
                    <a:pt x="2444541" y="146837"/>
                  </a:lnTo>
                  <a:lnTo>
                    <a:pt x="2449576" y="190500"/>
                  </a:lnTo>
                  <a:lnTo>
                    <a:pt x="2449576" y="952500"/>
                  </a:lnTo>
                  <a:lnTo>
                    <a:pt x="2444541" y="996162"/>
                  </a:lnTo>
                  <a:lnTo>
                    <a:pt x="2430203" y="1036253"/>
                  </a:lnTo>
                  <a:lnTo>
                    <a:pt x="2407708" y="1071625"/>
                  </a:lnTo>
                  <a:lnTo>
                    <a:pt x="2378201" y="1101132"/>
                  </a:lnTo>
                  <a:lnTo>
                    <a:pt x="2342829" y="1123627"/>
                  </a:lnTo>
                  <a:lnTo>
                    <a:pt x="2302738" y="1137965"/>
                  </a:lnTo>
                  <a:lnTo>
                    <a:pt x="2259076" y="1143000"/>
                  </a:lnTo>
                  <a:lnTo>
                    <a:pt x="190500" y="1143000"/>
                  </a:lnTo>
                  <a:lnTo>
                    <a:pt x="146797" y="1137965"/>
                  </a:lnTo>
                  <a:lnTo>
                    <a:pt x="106691" y="1123627"/>
                  </a:lnTo>
                  <a:lnTo>
                    <a:pt x="71321" y="1101132"/>
                  </a:lnTo>
                  <a:lnTo>
                    <a:pt x="41827" y="1071625"/>
                  </a:lnTo>
                  <a:lnTo>
                    <a:pt x="19349" y="1036253"/>
                  </a:lnTo>
                  <a:lnTo>
                    <a:pt x="5027" y="996162"/>
                  </a:lnTo>
                  <a:lnTo>
                    <a:pt x="0" y="952500"/>
                  </a:lnTo>
                  <a:lnTo>
                    <a:pt x="0" y="190500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226937" y="3756736"/>
              <a:ext cx="699693" cy="699693"/>
            </a:xfrm>
            <a:prstGeom prst="rect">
              <a:avLst/>
            </a:prstGeom>
          </p:spPr>
        </p:pic>
      </p:grpSp>
      <p:grpSp>
        <p:nvGrpSpPr>
          <p:cNvPr id="42" name="object 42"/>
          <p:cNvGrpSpPr/>
          <p:nvPr/>
        </p:nvGrpSpPr>
        <p:grpSpPr>
          <a:xfrm>
            <a:off x="9134844" y="3581401"/>
            <a:ext cx="2520950" cy="1214755"/>
            <a:chOff x="9134844" y="3581401"/>
            <a:chExt cx="2520950" cy="1214755"/>
          </a:xfrm>
        </p:grpSpPr>
        <p:pic>
          <p:nvPicPr>
            <p:cNvPr id="43" name="object 4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134844" y="3581401"/>
              <a:ext cx="2520717" cy="1214638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9172574" y="3596639"/>
              <a:ext cx="2449830" cy="1143000"/>
            </a:xfrm>
            <a:custGeom>
              <a:avLst/>
              <a:gdLst/>
              <a:ahLst/>
              <a:cxnLst/>
              <a:rect l="l" t="t" r="r" b="b"/>
              <a:pathLst>
                <a:path w="2449829" h="1143000">
                  <a:moveTo>
                    <a:pt x="2259076" y="0"/>
                  </a:moveTo>
                  <a:lnTo>
                    <a:pt x="190500" y="0"/>
                  </a:lnTo>
                  <a:lnTo>
                    <a:pt x="146837" y="5027"/>
                  </a:lnTo>
                  <a:lnTo>
                    <a:pt x="106746" y="19349"/>
                  </a:lnTo>
                  <a:lnTo>
                    <a:pt x="71374" y="41827"/>
                  </a:lnTo>
                  <a:lnTo>
                    <a:pt x="41867" y="71321"/>
                  </a:lnTo>
                  <a:lnTo>
                    <a:pt x="19372" y="106691"/>
                  </a:lnTo>
                  <a:lnTo>
                    <a:pt x="5034" y="146797"/>
                  </a:lnTo>
                  <a:lnTo>
                    <a:pt x="0" y="190500"/>
                  </a:lnTo>
                  <a:lnTo>
                    <a:pt x="0" y="952500"/>
                  </a:lnTo>
                  <a:lnTo>
                    <a:pt x="5034" y="996162"/>
                  </a:lnTo>
                  <a:lnTo>
                    <a:pt x="19372" y="1036253"/>
                  </a:lnTo>
                  <a:lnTo>
                    <a:pt x="41867" y="1071625"/>
                  </a:lnTo>
                  <a:lnTo>
                    <a:pt x="71374" y="1101132"/>
                  </a:lnTo>
                  <a:lnTo>
                    <a:pt x="106746" y="1123627"/>
                  </a:lnTo>
                  <a:lnTo>
                    <a:pt x="146837" y="1137965"/>
                  </a:lnTo>
                  <a:lnTo>
                    <a:pt x="190500" y="1143000"/>
                  </a:lnTo>
                  <a:lnTo>
                    <a:pt x="2259076" y="1143000"/>
                  </a:lnTo>
                  <a:lnTo>
                    <a:pt x="2302778" y="1137965"/>
                  </a:lnTo>
                  <a:lnTo>
                    <a:pt x="2342884" y="1123627"/>
                  </a:lnTo>
                  <a:lnTo>
                    <a:pt x="2378254" y="1101132"/>
                  </a:lnTo>
                  <a:lnTo>
                    <a:pt x="2407748" y="1071625"/>
                  </a:lnTo>
                  <a:lnTo>
                    <a:pt x="2430226" y="1036253"/>
                  </a:lnTo>
                  <a:lnTo>
                    <a:pt x="2444548" y="996162"/>
                  </a:lnTo>
                  <a:lnTo>
                    <a:pt x="2449576" y="952500"/>
                  </a:lnTo>
                  <a:lnTo>
                    <a:pt x="2449576" y="190500"/>
                  </a:lnTo>
                  <a:lnTo>
                    <a:pt x="2444548" y="146797"/>
                  </a:lnTo>
                  <a:lnTo>
                    <a:pt x="2430226" y="106691"/>
                  </a:lnTo>
                  <a:lnTo>
                    <a:pt x="2407748" y="71321"/>
                  </a:lnTo>
                  <a:lnTo>
                    <a:pt x="2378254" y="41827"/>
                  </a:lnTo>
                  <a:lnTo>
                    <a:pt x="2342884" y="19349"/>
                  </a:lnTo>
                  <a:lnTo>
                    <a:pt x="2302778" y="5027"/>
                  </a:lnTo>
                  <a:lnTo>
                    <a:pt x="2259076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172574" y="3596639"/>
              <a:ext cx="2449830" cy="1143000"/>
            </a:xfrm>
            <a:custGeom>
              <a:avLst/>
              <a:gdLst/>
              <a:ahLst/>
              <a:cxnLst/>
              <a:rect l="l" t="t" r="r" b="b"/>
              <a:pathLst>
                <a:path w="2449829" h="1143000">
                  <a:moveTo>
                    <a:pt x="0" y="190500"/>
                  </a:moveTo>
                  <a:lnTo>
                    <a:pt x="5034" y="146797"/>
                  </a:lnTo>
                  <a:lnTo>
                    <a:pt x="19372" y="106691"/>
                  </a:lnTo>
                  <a:lnTo>
                    <a:pt x="41867" y="71321"/>
                  </a:lnTo>
                  <a:lnTo>
                    <a:pt x="71374" y="41827"/>
                  </a:lnTo>
                  <a:lnTo>
                    <a:pt x="106746" y="19349"/>
                  </a:lnTo>
                  <a:lnTo>
                    <a:pt x="146837" y="5027"/>
                  </a:lnTo>
                  <a:lnTo>
                    <a:pt x="190500" y="0"/>
                  </a:lnTo>
                  <a:lnTo>
                    <a:pt x="2259076" y="0"/>
                  </a:lnTo>
                  <a:lnTo>
                    <a:pt x="2302778" y="5027"/>
                  </a:lnTo>
                  <a:lnTo>
                    <a:pt x="2342884" y="19349"/>
                  </a:lnTo>
                  <a:lnTo>
                    <a:pt x="2378254" y="41827"/>
                  </a:lnTo>
                  <a:lnTo>
                    <a:pt x="2407748" y="71321"/>
                  </a:lnTo>
                  <a:lnTo>
                    <a:pt x="2430226" y="106691"/>
                  </a:lnTo>
                  <a:lnTo>
                    <a:pt x="2444548" y="146797"/>
                  </a:lnTo>
                  <a:lnTo>
                    <a:pt x="2449576" y="190500"/>
                  </a:lnTo>
                  <a:lnTo>
                    <a:pt x="2449576" y="952500"/>
                  </a:lnTo>
                  <a:lnTo>
                    <a:pt x="2444548" y="996162"/>
                  </a:lnTo>
                  <a:lnTo>
                    <a:pt x="2430226" y="1036253"/>
                  </a:lnTo>
                  <a:lnTo>
                    <a:pt x="2407748" y="1071625"/>
                  </a:lnTo>
                  <a:lnTo>
                    <a:pt x="2378254" y="1101132"/>
                  </a:lnTo>
                  <a:lnTo>
                    <a:pt x="2342884" y="1123627"/>
                  </a:lnTo>
                  <a:lnTo>
                    <a:pt x="2302778" y="1137965"/>
                  </a:lnTo>
                  <a:lnTo>
                    <a:pt x="2259076" y="1143000"/>
                  </a:lnTo>
                  <a:lnTo>
                    <a:pt x="190500" y="1143000"/>
                  </a:lnTo>
                  <a:lnTo>
                    <a:pt x="146837" y="1137965"/>
                  </a:lnTo>
                  <a:lnTo>
                    <a:pt x="106746" y="1123627"/>
                  </a:lnTo>
                  <a:lnTo>
                    <a:pt x="71374" y="1101132"/>
                  </a:lnTo>
                  <a:lnTo>
                    <a:pt x="41867" y="1071625"/>
                  </a:lnTo>
                  <a:lnTo>
                    <a:pt x="19372" y="1036253"/>
                  </a:lnTo>
                  <a:lnTo>
                    <a:pt x="5034" y="996162"/>
                  </a:lnTo>
                  <a:lnTo>
                    <a:pt x="0" y="952500"/>
                  </a:lnTo>
                  <a:lnTo>
                    <a:pt x="0" y="190500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229978" y="3792753"/>
              <a:ext cx="687552" cy="687552"/>
            </a:xfrm>
            <a:prstGeom prst="rect">
              <a:avLst/>
            </a:prstGeom>
          </p:spPr>
        </p:pic>
      </p:grpSp>
      <p:grpSp>
        <p:nvGrpSpPr>
          <p:cNvPr id="47" name="object 47"/>
          <p:cNvGrpSpPr/>
          <p:nvPr/>
        </p:nvGrpSpPr>
        <p:grpSpPr>
          <a:xfrm>
            <a:off x="9134844" y="2115313"/>
            <a:ext cx="2520950" cy="1214755"/>
            <a:chOff x="9134844" y="2115313"/>
            <a:chExt cx="2520950" cy="1214755"/>
          </a:xfrm>
        </p:grpSpPr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134844" y="2115313"/>
              <a:ext cx="2520717" cy="1214638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9172574" y="2130044"/>
              <a:ext cx="2449830" cy="1143000"/>
            </a:xfrm>
            <a:custGeom>
              <a:avLst/>
              <a:gdLst/>
              <a:ahLst/>
              <a:cxnLst/>
              <a:rect l="l" t="t" r="r" b="b"/>
              <a:pathLst>
                <a:path w="2449829" h="1143000">
                  <a:moveTo>
                    <a:pt x="2259076" y="0"/>
                  </a:moveTo>
                  <a:lnTo>
                    <a:pt x="190500" y="0"/>
                  </a:lnTo>
                  <a:lnTo>
                    <a:pt x="146837" y="5027"/>
                  </a:lnTo>
                  <a:lnTo>
                    <a:pt x="106746" y="19349"/>
                  </a:lnTo>
                  <a:lnTo>
                    <a:pt x="71374" y="41827"/>
                  </a:lnTo>
                  <a:lnTo>
                    <a:pt x="41867" y="71321"/>
                  </a:lnTo>
                  <a:lnTo>
                    <a:pt x="19372" y="106691"/>
                  </a:lnTo>
                  <a:lnTo>
                    <a:pt x="5034" y="146797"/>
                  </a:lnTo>
                  <a:lnTo>
                    <a:pt x="0" y="190500"/>
                  </a:lnTo>
                  <a:lnTo>
                    <a:pt x="0" y="952500"/>
                  </a:lnTo>
                  <a:lnTo>
                    <a:pt x="5034" y="996162"/>
                  </a:lnTo>
                  <a:lnTo>
                    <a:pt x="19372" y="1036253"/>
                  </a:lnTo>
                  <a:lnTo>
                    <a:pt x="41867" y="1071625"/>
                  </a:lnTo>
                  <a:lnTo>
                    <a:pt x="71374" y="1101132"/>
                  </a:lnTo>
                  <a:lnTo>
                    <a:pt x="106746" y="1123627"/>
                  </a:lnTo>
                  <a:lnTo>
                    <a:pt x="146837" y="1137965"/>
                  </a:lnTo>
                  <a:lnTo>
                    <a:pt x="190500" y="1143000"/>
                  </a:lnTo>
                  <a:lnTo>
                    <a:pt x="2259076" y="1143000"/>
                  </a:lnTo>
                  <a:lnTo>
                    <a:pt x="2302778" y="1137965"/>
                  </a:lnTo>
                  <a:lnTo>
                    <a:pt x="2342884" y="1123627"/>
                  </a:lnTo>
                  <a:lnTo>
                    <a:pt x="2378254" y="1101132"/>
                  </a:lnTo>
                  <a:lnTo>
                    <a:pt x="2407748" y="1071625"/>
                  </a:lnTo>
                  <a:lnTo>
                    <a:pt x="2430226" y="1036253"/>
                  </a:lnTo>
                  <a:lnTo>
                    <a:pt x="2444548" y="996162"/>
                  </a:lnTo>
                  <a:lnTo>
                    <a:pt x="2449576" y="952500"/>
                  </a:lnTo>
                  <a:lnTo>
                    <a:pt x="2449576" y="190500"/>
                  </a:lnTo>
                  <a:lnTo>
                    <a:pt x="2444548" y="146797"/>
                  </a:lnTo>
                  <a:lnTo>
                    <a:pt x="2430226" y="106691"/>
                  </a:lnTo>
                  <a:lnTo>
                    <a:pt x="2407748" y="71321"/>
                  </a:lnTo>
                  <a:lnTo>
                    <a:pt x="2378254" y="41827"/>
                  </a:lnTo>
                  <a:lnTo>
                    <a:pt x="2342884" y="19349"/>
                  </a:lnTo>
                  <a:lnTo>
                    <a:pt x="2302778" y="5027"/>
                  </a:lnTo>
                  <a:lnTo>
                    <a:pt x="2259076" y="0"/>
                  </a:lnTo>
                  <a:close/>
                </a:path>
              </a:pathLst>
            </a:custGeom>
            <a:solidFill>
              <a:srgbClr val="D6E3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172574" y="2130044"/>
              <a:ext cx="2449830" cy="1143000"/>
            </a:xfrm>
            <a:custGeom>
              <a:avLst/>
              <a:gdLst/>
              <a:ahLst/>
              <a:cxnLst/>
              <a:rect l="l" t="t" r="r" b="b"/>
              <a:pathLst>
                <a:path w="2449829" h="1143000">
                  <a:moveTo>
                    <a:pt x="0" y="190500"/>
                  </a:moveTo>
                  <a:lnTo>
                    <a:pt x="5034" y="146797"/>
                  </a:lnTo>
                  <a:lnTo>
                    <a:pt x="19372" y="106691"/>
                  </a:lnTo>
                  <a:lnTo>
                    <a:pt x="41867" y="71321"/>
                  </a:lnTo>
                  <a:lnTo>
                    <a:pt x="71374" y="41827"/>
                  </a:lnTo>
                  <a:lnTo>
                    <a:pt x="106746" y="19349"/>
                  </a:lnTo>
                  <a:lnTo>
                    <a:pt x="146837" y="5027"/>
                  </a:lnTo>
                  <a:lnTo>
                    <a:pt x="190500" y="0"/>
                  </a:lnTo>
                  <a:lnTo>
                    <a:pt x="2259076" y="0"/>
                  </a:lnTo>
                  <a:lnTo>
                    <a:pt x="2302778" y="5027"/>
                  </a:lnTo>
                  <a:lnTo>
                    <a:pt x="2342884" y="19349"/>
                  </a:lnTo>
                  <a:lnTo>
                    <a:pt x="2378254" y="41827"/>
                  </a:lnTo>
                  <a:lnTo>
                    <a:pt x="2407748" y="71321"/>
                  </a:lnTo>
                  <a:lnTo>
                    <a:pt x="2430226" y="106691"/>
                  </a:lnTo>
                  <a:lnTo>
                    <a:pt x="2444548" y="146797"/>
                  </a:lnTo>
                  <a:lnTo>
                    <a:pt x="2449576" y="190500"/>
                  </a:lnTo>
                  <a:lnTo>
                    <a:pt x="2449576" y="952500"/>
                  </a:lnTo>
                  <a:lnTo>
                    <a:pt x="2444548" y="996162"/>
                  </a:lnTo>
                  <a:lnTo>
                    <a:pt x="2430226" y="1036253"/>
                  </a:lnTo>
                  <a:lnTo>
                    <a:pt x="2407748" y="1071625"/>
                  </a:lnTo>
                  <a:lnTo>
                    <a:pt x="2378254" y="1101132"/>
                  </a:lnTo>
                  <a:lnTo>
                    <a:pt x="2342884" y="1123627"/>
                  </a:lnTo>
                  <a:lnTo>
                    <a:pt x="2302778" y="1137965"/>
                  </a:lnTo>
                  <a:lnTo>
                    <a:pt x="2259076" y="1143000"/>
                  </a:lnTo>
                  <a:lnTo>
                    <a:pt x="190500" y="1143000"/>
                  </a:lnTo>
                  <a:lnTo>
                    <a:pt x="146837" y="1137965"/>
                  </a:lnTo>
                  <a:lnTo>
                    <a:pt x="106746" y="1123627"/>
                  </a:lnTo>
                  <a:lnTo>
                    <a:pt x="71374" y="1101132"/>
                  </a:lnTo>
                  <a:lnTo>
                    <a:pt x="41867" y="1071625"/>
                  </a:lnTo>
                  <a:lnTo>
                    <a:pt x="19372" y="1036253"/>
                  </a:lnTo>
                  <a:lnTo>
                    <a:pt x="5034" y="996162"/>
                  </a:lnTo>
                  <a:lnTo>
                    <a:pt x="0" y="952500"/>
                  </a:lnTo>
                  <a:lnTo>
                    <a:pt x="0" y="190500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245091" y="2362758"/>
              <a:ext cx="596214" cy="596214"/>
            </a:xfrm>
            <a:prstGeom prst="rect">
              <a:avLst/>
            </a:prstGeom>
          </p:spPr>
        </p:pic>
      </p:grpSp>
      <p:grpSp>
        <p:nvGrpSpPr>
          <p:cNvPr id="52" name="object 52"/>
          <p:cNvGrpSpPr/>
          <p:nvPr/>
        </p:nvGrpSpPr>
        <p:grpSpPr>
          <a:xfrm>
            <a:off x="9134844" y="5013948"/>
            <a:ext cx="2520950" cy="1214755"/>
            <a:chOff x="9134844" y="5013948"/>
            <a:chExt cx="2520950" cy="1214755"/>
          </a:xfrm>
        </p:grpSpPr>
        <p:pic>
          <p:nvPicPr>
            <p:cNvPr id="53" name="object 5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134844" y="5013948"/>
              <a:ext cx="2520717" cy="1214638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9172574" y="5029199"/>
              <a:ext cx="2449830" cy="1143635"/>
            </a:xfrm>
            <a:custGeom>
              <a:avLst/>
              <a:gdLst/>
              <a:ahLst/>
              <a:cxnLst/>
              <a:rect l="l" t="t" r="r" b="b"/>
              <a:pathLst>
                <a:path w="2449829" h="1143635">
                  <a:moveTo>
                    <a:pt x="2259076" y="0"/>
                  </a:moveTo>
                  <a:lnTo>
                    <a:pt x="190500" y="0"/>
                  </a:lnTo>
                  <a:lnTo>
                    <a:pt x="146837" y="5034"/>
                  </a:lnTo>
                  <a:lnTo>
                    <a:pt x="106746" y="19375"/>
                  </a:lnTo>
                  <a:lnTo>
                    <a:pt x="71374" y="41877"/>
                  </a:lnTo>
                  <a:lnTo>
                    <a:pt x="41867" y="71398"/>
                  </a:lnTo>
                  <a:lnTo>
                    <a:pt x="19372" y="106792"/>
                  </a:lnTo>
                  <a:lnTo>
                    <a:pt x="5034" y="146917"/>
                  </a:lnTo>
                  <a:lnTo>
                    <a:pt x="0" y="190626"/>
                  </a:lnTo>
                  <a:lnTo>
                    <a:pt x="0" y="952563"/>
                  </a:lnTo>
                  <a:lnTo>
                    <a:pt x="5034" y="996242"/>
                  </a:lnTo>
                  <a:lnTo>
                    <a:pt x="19372" y="1036339"/>
                  </a:lnTo>
                  <a:lnTo>
                    <a:pt x="41867" y="1071710"/>
                  </a:lnTo>
                  <a:lnTo>
                    <a:pt x="71374" y="1101211"/>
                  </a:lnTo>
                  <a:lnTo>
                    <a:pt x="106746" y="1123700"/>
                  </a:lnTo>
                  <a:lnTo>
                    <a:pt x="146837" y="1138032"/>
                  </a:lnTo>
                  <a:lnTo>
                    <a:pt x="190500" y="1143063"/>
                  </a:lnTo>
                  <a:lnTo>
                    <a:pt x="2259076" y="1143063"/>
                  </a:lnTo>
                  <a:lnTo>
                    <a:pt x="2302778" y="1138032"/>
                  </a:lnTo>
                  <a:lnTo>
                    <a:pt x="2342884" y="1123700"/>
                  </a:lnTo>
                  <a:lnTo>
                    <a:pt x="2378254" y="1101211"/>
                  </a:lnTo>
                  <a:lnTo>
                    <a:pt x="2407748" y="1071710"/>
                  </a:lnTo>
                  <a:lnTo>
                    <a:pt x="2430226" y="1036339"/>
                  </a:lnTo>
                  <a:lnTo>
                    <a:pt x="2444548" y="996242"/>
                  </a:lnTo>
                  <a:lnTo>
                    <a:pt x="2449576" y="952563"/>
                  </a:lnTo>
                  <a:lnTo>
                    <a:pt x="2449576" y="190626"/>
                  </a:lnTo>
                  <a:lnTo>
                    <a:pt x="2444548" y="146917"/>
                  </a:lnTo>
                  <a:lnTo>
                    <a:pt x="2430226" y="106792"/>
                  </a:lnTo>
                  <a:lnTo>
                    <a:pt x="2407748" y="71398"/>
                  </a:lnTo>
                  <a:lnTo>
                    <a:pt x="2378254" y="41877"/>
                  </a:lnTo>
                  <a:lnTo>
                    <a:pt x="2342884" y="19375"/>
                  </a:lnTo>
                  <a:lnTo>
                    <a:pt x="2302778" y="5034"/>
                  </a:lnTo>
                  <a:lnTo>
                    <a:pt x="2259076" y="0"/>
                  </a:lnTo>
                  <a:close/>
                </a:path>
              </a:pathLst>
            </a:custGeom>
            <a:solidFill>
              <a:srgbClr val="FCE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9172574" y="5029199"/>
              <a:ext cx="2449830" cy="1143635"/>
            </a:xfrm>
            <a:custGeom>
              <a:avLst/>
              <a:gdLst/>
              <a:ahLst/>
              <a:cxnLst/>
              <a:rect l="l" t="t" r="r" b="b"/>
              <a:pathLst>
                <a:path w="2449829" h="1143635">
                  <a:moveTo>
                    <a:pt x="0" y="190626"/>
                  </a:moveTo>
                  <a:lnTo>
                    <a:pt x="5034" y="146917"/>
                  </a:lnTo>
                  <a:lnTo>
                    <a:pt x="19372" y="106792"/>
                  </a:lnTo>
                  <a:lnTo>
                    <a:pt x="41867" y="71398"/>
                  </a:lnTo>
                  <a:lnTo>
                    <a:pt x="71374" y="41877"/>
                  </a:lnTo>
                  <a:lnTo>
                    <a:pt x="106746" y="19375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259076" y="0"/>
                  </a:lnTo>
                  <a:lnTo>
                    <a:pt x="2302778" y="5034"/>
                  </a:lnTo>
                  <a:lnTo>
                    <a:pt x="2342884" y="19375"/>
                  </a:lnTo>
                  <a:lnTo>
                    <a:pt x="2378254" y="41877"/>
                  </a:lnTo>
                  <a:lnTo>
                    <a:pt x="2407748" y="71398"/>
                  </a:lnTo>
                  <a:lnTo>
                    <a:pt x="2430226" y="106792"/>
                  </a:lnTo>
                  <a:lnTo>
                    <a:pt x="2444548" y="146917"/>
                  </a:lnTo>
                  <a:lnTo>
                    <a:pt x="2449576" y="190626"/>
                  </a:lnTo>
                  <a:lnTo>
                    <a:pt x="2449576" y="952563"/>
                  </a:lnTo>
                  <a:lnTo>
                    <a:pt x="2444548" y="996242"/>
                  </a:lnTo>
                  <a:lnTo>
                    <a:pt x="2430226" y="1036339"/>
                  </a:lnTo>
                  <a:lnTo>
                    <a:pt x="2407748" y="1071710"/>
                  </a:lnTo>
                  <a:lnTo>
                    <a:pt x="2378254" y="1101211"/>
                  </a:lnTo>
                  <a:lnTo>
                    <a:pt x="2342884" y="1123700"/>
                  </a:lnTo>
                  <a:lnTo>
                    <a:pt x="2302778" y="1138032"/>
                  </a:lnTo>
                  <a:lnTo>
                    <a:pt x="2259076" y="1143063"/>
                  </a:lnTo>
                  <a:lnTo>
                    <a:pt x="190500" y="1143063"/>
                  </a:lnTo>
                  <a:lnTo>
                    <a:pt x="146837" y="1138032"/>
                  </a:lnTo>
                  <a:lnTo>
                    <a:pt x="106746" y="1123700"/>
                  </a:lnTo>
                  <a:lnTo>
                    <a:pt x="71374" y="1101211"/>
                  </a:lnTo>
                  <a:lnTo>
                    <a:pt x="41867" y="1071710"/>
                  </a:lnTo>
                  <a:lnTo>
                    <a:pt x="19372" y="1036339"/>
                  </a:lnTo>
                  <a:lnTo>
                    <a:pt x="5034" y="996242"/>
                  </a:lnTo>
                  <a:lnTo>
                    <a:pt x="0" y="952563"/>
                  </a:lnTo>
                  <a:lnTo>
                    <a:pt x="0" y="190626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1880107" y="2297429"/>
            <a:ext cx="2720340" cy="546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Tourism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Growth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00" dirty="0">
                <a:latin typeface="Calibri"/>
                <a:cs typeface="Calibri"/>
              </a:rPr>
              <a:t>Boosts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cultural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rural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tourism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888617" y="3272790"/>
            <a:ext cx="2165350" cy="546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Economic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Uplift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00" dirty="0">
                <a:latin typeface="Calibri"/>
                <a:cs typeface="Calibri"/>
              </a:rPr>
              <a:t>Increases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income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local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888617" y="4397197"/>
            <a:ext cx="2769235" cy="7905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90"/>
              </a:spcBef>
            </a:pPr>
            <a:r>
              <a:rPr sz="1800" spc="-10" dirty="0">
                <a:latin typeface="Calibri"/>
                <a:cs typeface="Calibri"/>
              </a:rPr>
              <a:t>Women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empowerment </a:t>
            </a:r>
            <a:r>
              <a:rPr sz="1600" dirty="0">
                <a:latin typeface="Calibri"/>
                <a:cs typeface="Calibri"/>
              </a:rPr>
              <a:t>Enhances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confidence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&amp;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safety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for </a:t>
            </a:r>
            <a:r>
              <a:rPr sz="1600" dirty="0">
                <a:latin typeface="Calibri"/>
                <a:cs typeface="Calibri"/>
              </a:rPr>
              <a:t>women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travellers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829561" y="5492292"/>
            <a:ext cx="2692400" cy="7899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56845">
              <a:lnSpc>
                <a:spcPct val="100499"/>
              </a:lnSpc>
              <a:spcBef>
                <a:spcPts val="90"/>
              </a:spcBef>
            </a:pPr>
            <a:r>
              <a:rPr sz="1800" dirty="0">
                <a:latin typeface="Calibri"/>
                <a:cs typeface="Calibri"/>
              </a:rPr>
              <a:t>Community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connection </a:t>
            </a:r>
            <a:r>
              <a:rPr sz="1600" spc="-10" dirty="0">
                <a:latin typeface="Calibri"/>
                <a:cs typeface="Calibri"/>
              </a:rPr>
              <a:t>Creates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inclusivity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stronger </a:t>
            </a:r>
            <a:r>
              <a:rPr sz="1600" dirty="0">
                <a:latin typeface="Calibri"/>
                <a:cs typeface="Calibri"/>
              </a:rPr>
              <a:t>ties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locals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60" name="object 6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280286" y="4456391"/>
            <a:ext cx="610781" cy="610781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204861" y="5467908"/>
            <a:ext cx="782396" cy="782396"/>
          </a:xfrm>
          <a:prstGeom prst="rect">
            <a:avLst/>
          </a:prstGeom>
        </p:spPr>
      </p:pic>
      <p:sp>
        <p:nvSpPr>
          <p:cNvPr id="62" name="object 62"/>
          <p:cNvSpPr txBox="1"/>
          <p:nvPr/>
        </p:nvSpPr>
        <p:spPr>
          <a:xfrm>
            <a:off x="6805421" y="2173604"/>
            <a:ext cx="1665605" cy="10648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0"/>
              </a:spcBef>
            </a:pPr>
            <a:r>
              <a:rPr sz="1800" spc="-10" dirty="0">
                <a:latin typeface="Calibri"/>
                <a:cs typeface="Calibri"/>
              </a:rPr>
              <a:t>Employment generation </a:t>
            </a:r>
            <a:r>
              <a:rPr sz="1600" spc="-10" dirty="0">
                <a:latin typeface="Calibri"/>
                <a:cs typeface="Calibri"/>
              </a:rPr>
              <a:t>Provides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income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for </a:t>
            </a:r>
            <a:r>
              <a:rPr sz="1600" dirty="0">
                <a:latin typeface="Calibri"/>
                <a:cs typeface="Calibri"/>
              </a:rPr>
              <a:t>guides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artisans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919341" y="3615054"/>
            <a:ext cx="1592580" cy="10648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90"/>
              </a:spcBef>
            </a:pPr>
            <a:r>
              <a:rPr sz="1800" spc="-10" dirty="0">
                <a:latin typeface="Calibri"/>
                <a:cs typeface="Calibri"/>
              </a:rPr>
              <a:t>Cultural Preservation </a:t>
            </a:r>
            <a:r>
              <a:rPr sz="1600" dirty="0">
                <a:latin typeface="Calibri"/>
                <a:cs typeface="Calibri"/>
              </a:rPr>
              <a:t>Protects</a:t>
            </a:r>
            <a:r>
              <a:rPr sz="1600" spc="28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traditions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culture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051040" y="5066538"/>
            <a:ext cx="1389380" cy="10648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90"/>
              </a:spcBef>
            </a:pPr>
            <a:r>
              <a:rPr sz="1800" dirty="0">
                <a:latin typeface="Calibri"/>
                <a:cs typeface="Calibri"/>
              </a:rPr>
              <a:t>Access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to </a:t>
            </a:r>
            <a:r>
              <a:rPr sz="1800" spc="-10" dirty="0">
                <a:latin typeface="Calibri"/>
                <a:cs typeface="Calibri"/>
              </a:rPr>
              <a:t>authentic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food </a:t>
            </a:r>
            <a:r>
              <a:rPr sz="1600" dirty="0">
                <a:latin typeface="Calibri"/>
                <a:cs typeface="Calibri"/>
              </a:rPr>
              <a:t>Local,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fresh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&amp; </a:t>
            </a:r>
            <a:r>
              <a:rPr sz="1600" spc="-10" dirty="0">
                <a:latin typeface="Calibri"/>
                <a:cs typeface="Calibri"/>
              </a:rPr>
              <a:t>verified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9955148" y="2209927"/>
            <a:ext cx="1340485" cy="7899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90"/>
              </a:spcBef>
            </a:pPr>
            <a:r>
              <a:rPr sz="1800" dirty="0">
                <a:latin typeface="Calibri"/>
                <a:cs typeface="Calibri"/>
              </a:rPr>
              <a:t>Eco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practices </a:t>
            </a:r>
            <a:r>
              <a:rPr sz="1600" spc="-10" dirty="0">
                <a:latin typeface="Calibri"/>
                <a:cs typeface="Calibri"/>
              </a:rPr>
              <a:t>Promotes</a:t>
            </a:r>
            <a:r>
              <a:rPr sz="1600" spc="-20" dirty="0">
                <a:latin typeface="Calibri"/>
                <a:cs typeface="Calibri"/>
              </a:rPr>
              <a:t> green </a:t>
            </a:r>
            <a:r>
              <a:rPr sz="1600" spc="-10" dirty="0">
                <a:latin typeface="Calibri"/>
                <a:cs typeface="Calibri"/>
              </a:rPr>
              <a:t>stays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9955148" y="3710685"/>
            <a:ext cx="1404620" cy="7899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90"/>
              </a:spcBef>
            </a:pPr>
            <a:r>
              <a:rPr sz="1800" dirty="0">
                <a:latin typeface="Calibri"/>
                <a:cs typeface="Calibri"/>
              </a:rPr>
              <a:t>Secure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travel </a:t>
            </a:r>
            <a:r>
              <a:rPr sz="1600" dirty="0">
                <a:latin typeface="Calibri"/>
                <a:cs typeface="Calibri"/>
              </a:rPr>
              <a:t>Safe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&amp;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enjoyable travel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9955148" y="5228666"/>
            <a:ext cx="1520825" cy="7905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90"/>
              </a:spcBef>
            </a:pPr>
            <a:r>
              <a:rPr sz="1800" spc="-20" dirty="0">
                <a:latin typeface="Calibri"/>
                <a:cs typeface="Calibri"/>
              </a:rPr>
              <a:t>Tourist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overload </a:t>
            </a:r>
            <a:r>
              <a:rPr sz="1600" dirty="0">
                <a:latin typeface="Calibri"/>
                <a:cs typeface="Calibri"/>
              </a:rPr>
              <a:t>Limit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crowds, </a:t>
            </a:r>
            <a:r>
              <a:rPr sz="1600" dirty="0">
                <a:latin typeface="Calibri"/>
                <a:cs typeface="Calibri"/>
              </a:rPr>
              <a:t>protect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culture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68" name="object 68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9267063" y="5242255"/>
            <a:ext cx="613587" cy="613587"/>
          </a:xfrm>
          <a:prstGeom prst="rect">
            <a:avLst/>
          </a:prstGeom>
        </p:spPr>
      </p:pic>
      <p:sp>
        <p:nvSpPr>
          <p:cNvPr id="69" name="object 69"/>
          <p:cNvSpPr/>
          <p:nvPr/>
        </p:nvSpPr>
        <p:spPr>
          <a:xfrm>
            <a:off x="5539232" y="2445766"/>
            <a:ext cx="14604" cy="3394075"/>
          </a:xfrm>
          <a:custGeom>
            <a:avLst/>
            <a:gdLst/>
            <a:ahLst/>
            <a:cxnLst/>
            <a:rect l="l" t="t" r="r" b="b"/>
            <a:pathLst>
              <a:path w="14604" h="3394075">
                <a:moveTo>
                  <a:pt x="14223" y="0"/>
                </a:moveTo>
                <a:lnTo>
                  <a:pt x="0" y="3393706"/>
                </a:lnTo>
              </a:path>
            </a:pathLst>
          </a:custGeom>
          <a:ln w="9524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430498" y="564515"/>
            <a:ext cx="1151128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spc="-10" dirty="0">
                <a:latin typeface="Arial MT"/>
                <a:cs typeface="Arial MT"/>
              </a:rPr>
              <a:t>Roots &amp; Routes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71" name="object 7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15" dirty="0"/>
              <a:t> </a:t>
            </a:r>
            <a:r>
              <a:rPr dirty="0"/>
              <a:t>Idea</a:t>
            </a:r>
            <a:r>
              <a:rPr spc="-25" dirty="0"/>
              <a:t> </a:t>
            </a:r>
            <a:r>
              <a:rPr spc="-10" dirty="0"/>
              <a:t>submission</a:t>
            </a:r>
          </a:p>
        </p:txBody>
      </p:sp>
      <p:sp>
        <p:nvSpPr>
          <p:cNvPr id="72" name="object 7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92875"/>
            <a:ext cx="12131040" cy="365125"/>
            <a:chOff x="0" y="6492875"/>
            <a:chExt cx="12131040" cy="365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515098"/>
              <a:ext cx="12130278" cy="34061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492875"/>
              <a:ext cx="12131040" cy="365125"/>
            </a:xfrm>
            <a:custGeom>
              <a:avLst/>
              <a:gdLst/>
              <a:ahLst/>
              <a:cxnLst/>
              <a:rect l="l" t="t" r="r" b="b"/>
              <a:pathLst>
                <a:path w="12131040" h="365125">
                  <a:moveTo>
                    <a:pt x="12130532" y="0"/>
                  </a:moveTo>
                  <a:lnTo>
                    <a:pt x="0" y="0"/>
                  </a:lnTo>
                  <a:lnTo>
                    <a:pt x="0" y="365125"/>
                  </a:lnTo>
                  <a:lnTo>
                    <a:pt x="12130532" y="365125"/>
                  </a:lnTo>
                  <a:lnTo>
                    <a:pt x="12130532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2757170" algn="l"/>
              </a:tabLst>
            </a:pPr>
            <a:r>
              <a:rPr spc="-10" dirty="0"/>
              <a:t>RESEARCH</a:t>
            </a:r>
            <a:r>
              <a:rPr dirty="0"/>
              <a:t>	AND</a:t>
            </a:r>
            <a:r>
              <a:rPr spc="-20" dirty="0"/>
              <a:t> </a:t>
            </a:r>
            <a:r>
              <a:rPr spc="-10" dirty="0"/>
              <a:t>REFERENCES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72085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184785" algn="l"/>
              </a:tabLst>
            </a:pPr>
            <a:r>
              <a:rPr b="1" u="none" dirty="0">
                <a:solidFill>
                  <a:srgbClr val="000000"/>
                </a:solidFill>
                <a:latin typeface="Calibri"/>
                <a:cs typeface="Calibri"/>
              </a:rPr>
              <a:t>Issues</a:t>
            </a:r>
            <a:r>
              <a:rPr b="1" u="none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u="none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b="1" u="none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u="none" spc="-10" dirty="0">
                <a:solidFill>
                  <a:srgbClr val="000000"/>
                </a:solidFill>
                <a:latin typeface="Calibri"/>
                <a:cs typeface="Calibri"/>
              </a:rPr>
              <a:t>Challenges</a:t>
            </a:r>
            <a:r>
              <a:rPr b="1" u="none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u="none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b="1" u="none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u="none" dirty="0">
                <a:solidFill>
                  <a:srgbClr val="000000"/>
                </a:solidFill>
                <a:latin typeface="Calibri"/>
                <a:cs typeface="Calibri"/>
              </a:rPr>
              <a:t>Indian</a:t>
            </a:r>
            <a:r>
              <a:rPr b="1" u="none" spc="-20" dirty="0">
                <a:solidFill>
                  <a:srgbClr val="000000"/>
                </a:solidFill>
                <a:latin typeface="Calibri"/>
                <a:cs typeface="Calibri"/>
              </a:rPr>
              <a:t> Tourism</a:t>
            </a:r>
            <a:r>
              <a:rPr b="1" u="none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u="none" dirty="0">
                <a:solidFill>
                  <a:srgbClr val="000000"/>
                </a:solidFill>
                <a:latin typeface="Calibri"/>
                <a:cs typeface="Calibri"/>
              </a:rPr>
              <a:t>Industry:</a:t>
            </a:r>
            <a:r>
              <a:rPr b="1" u="none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u="none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b="1" u="none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u="none" dirty="0">
                <a:solidFill>
                  <a:srgbClr val="000000"/>
                </a:solidFill>
                <a:latin typeface="Calibri"/>
                <a:cs typeface="Calibri"/>
              </a:rPr>
              <a:t>Critical</a:t>
            </a:r>
            <a:r>
              <a:rPr b="1" u="none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u="none" spc="-10" dirty="0">
                <a:solidFill>
                  <a:srgbClr val="000000"/>
                </a:solidFill>
                <a:latin typeface="Calibri"/>
                <a:cs typeface="Calibri"/>
              </a:rPr>
              <a:t>Review</a:t>
            </a:r>
            <a:r>
              <a:rPr b="1" u="none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u="none" dirty="0">
                <a:solidFill>
                  <a:srgbClr val="000000"/>
                </a:solidFill>
                <a:latin typeface="Calibri"/>
                <a:cs typeface="Calibri"/>
              </a:rPr>
              <a:t>from</a:t>
            </a:r>
            <a:r>
              <a:rPr b="1" u="none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u="none" dirty="0">
                <a:solidFill>
                  <a:srgbClr val="000000"/>
                </a:solidFill>
                <a:latin typeface="Calibri"/>
                <a:cs typeface="Calibri"/>
              </a:rPr>
              <a:t>2010 to</a:t>
            </a:r>
            <a:r>
              <a:rPr b="1" u="none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u="none" spc="-20" dirty="0">
                <a:solidFill>
                  <a:srgbClr val="000000"/>
                </a:solidFill>
                <a:latin typeface="Calibri"/>
                <a:cs typeface="Calibri"/>
              </a:rPr>
              <a:t>2023 </a:t>
            </a:r>
            <a:r>
              <a:rPr b="1" u="none" spc="-10" dirty="0">
                <a:solidFill>
                  <a:srgbClr val="000000"/>
                </a:solidFill>
                <a:latin typeface="Calibri"/>
                <a:cs typeface="Calibri"/>
              </a:rPr>
              <a:t>Link:</a:t>
            </a:r>
            <a:r>
              <a:rPr spc="-10" dirty="0">
                <a:hlinkClick r:id="rId3"/>
              </a:rPr>
              <a:t>https://www.researchgate.net/publication/375834107_Issues_and_Challenges_in_Indian_Tourism_Industry_A_Critical_R</a:t>
            </a:r>
            <a:r>
              <a:rPr u="none" spc="-10" dirty="0"/>
              <a:t> </a:t>
            </a:r>
            <a:r>
              <a:rPr spc="-10" dirty="0">
                <a:hlinkClick r:id="rId3"/>
              </a:rPr>
              <a:t>eview_from_2010_to_2023</a:t>
            </a:r>
          </a:p>
          <a:p>
            <a:pPr marL="12700">
              <a:lnSpc>
                <a:spcPct val="100000"/>
              </a:lnSpc>
            </a:pPr>
            <a:r>
              <a:rPr b="1" u="none" dirty="0">
                <a:solidFill>
                  <a:srgbClr val="000000"/>
                </a:solidFill>
                <a:latin typeface="Calibri"/>
                <a:cs typeface="Calibri"/>
              </a:rPr>
              <a:t>Author:</a:t>
            </a:r>
            <a:r>
              <a:rPr b="1" u="none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u="none" spc="-10" dirty="0">
                <a:solidFill>
                  <a:srgbClr val="000000"/>
                </a:solidFill>
              </a:rPr>
              <a:t>Niranjan</a:t>
            </a:r>
            <a:r>
              <a:rPr u="none" spc="-20" dirty="0">
                <a:solidFill>
                  <a:srgbClr val="000000"/>
                </a:solidFill>
              </a:rPr>
              <a:t> </a:t>
            </a:r>
            <a:r>
              <a:rPr u="none" spc="-10" dirty="0">
                <a:solidFill>
                  <a:srgbClr val="000000"/>
                </a:solidFill>
              </a:rPr>
              <a:t>Pathak</a:t>
            </a:r>
          </a:p>
          <a:p>
            <a:pPr marL="184785" indent="-172085">
              <a:lnSpc>
                <a:spcPct val="100000"/>
              </a:lnSpc>
              <a:spcBef>
                <a:spcPts val="1675"/>
              </a:spcBef>
              <a:buFont typeface="Wingdings"/>
              <a:buChar char=""/>
              <a:tabLst>
                <a:tab pos="184785" algn="l"/>
              </a:tabLst>
            </a:pPr>
            <a:r>
              <a:rPr b="1" u="none" dirty="0">
                <a:solidFill>
                  <a:srgbClr val="000000"/>
                </a:solidFill>
                <a:latin typeface="Calibri"/>
                <a:cs typeface="Calibri"/>
              </a:rPr>
              <a:t>India </a:t>
            </a:r>
            <a:r>
              <a:rPr b="1" u="none" spc="-20" dirty="0">
                <a:solidFill>
                  <a:srgbClr val="000000"/>
                </a:solidFill>
                <a:latin typeface="Calibri"/>
                <a:cs typeface="Calibri"/>
              </a:rPr>
              <a:t>Tourism</a:t>
            </a:r>
            <a:r>
              <a:rPr b="1" u="none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u="none" spc="-10" dirty="0">
                <a:solidFill>
                  <a:srgbClr val="000000"/>
                </a:solidFill>
                <a:latin typeface="Calibri"/>
                <a:cs typeface="Calibri"/>
              </a:rPr>
              <a:t>Statistics </a:t>
            </a:r>
            <a:r>
              <a:rPr b="1" u="none" spc="-20" dirty="0">
                <a:solidFill>
                  <a:srgbClr val="000000"/>
                </a:solidFill>
                <a:latin typeface="Calibri"/>
                <a:cs typeface="Calibri"/>
              </a:rPr>
              <a:t>2023</a:t>
            </a:r>
          </a:p>
          <a:p>
            <a:pPr marL="12700">
              <a:lnSpc>
                <a:spcPct val="100000"/>
              </a:lnSpc>
            </a:pPr>
            <a:r>
              <a:rPr b="1" u="none" dirty="0">
                <a:solidFill>
                  <a:srgbClr val="000000"/>
                </a:solidFill>
                <a:latin typeface="Calibri"/>
                <a:cs typeface="Calibri"/>
              </a:rPr>
              <a:t>Link:</a:t>
            </a:r>
            <a:r>
              <a:rPr b="1" u="none" spc="220" dirty="0">
                <a:solidFill>
                  <a:srgbClr val="000000"/>
                </a:solidFill>
                <a:latin typeface="Calibri"/>
                <a:cs typeface="Calibri"/>
              </a:rPr>
              <a:t>  </a:t>
            </a:r>
            <a:r>
              <a:rPr spc="-20" dirty="0">
                <a:hlinkClick r:id="rId4"/>
              </a:rPr>
              <a:t>https://tourism.gov.in/sites/default/files/2024-02/India%20Tourism%20Statistics%202023-</a:t>
            </a:r>
            <a:r>
              <a:rPr spc="-10" dirty="0">
                <a:hlinkClick r:id="rId4"/>
              </a:rPr>
              <a:t>English.pdf?utm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b="1" u="none" dirty="0">
                <a:solidFill>
                  <a:srgbClr val="000000"/>
                </a:solidFill>
                <a:latin typeface="Calibri"/>
                <a:cs typeface="Calibri"/>
              </a:rPr>
              <a:t>Author:</a:t>
            </a:r>
            <a:r>
              <a:rPr b="1" u="none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u="none" dirty="0">
                <a:solidFill>
                  <a:srgbClr val="000000"/>
                </a:solidFill>
              </a:rPr>
              <a:t>Ministry</a:t>
            </a:r>
            <a:r>
              <a:rPr u="none" spc="-1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of</a:t>
            </a:r>
            <a:r>
              <a:rPr u="none" spc="-20" dirty="0">
                <a:solidFill>
                  <a:srgbClr val="000000"/>
                </a:solidFill>
              </a:rPr>
              <a:t> Tourism,</a:t>
            </a:r>
            <a:r>
              <a:rPr u="none" spc="-25" dirty="0">
                <a:solidFill>
                  <a:srgbClr val="000000"/>
                </a:solidFill>
              </a:rPr>
              <a:t> </a:t>
            </a:r>
            <a:r>
              <a:rPr u="none" spc="-10" dirty="0">
                <a:solidFill>
                  <a:srgbClr val="000000"/>
                </a:solidFill>
              </a:rPr>
              <a:t>Government</a:t>
            </a:r>
            <a:r>
              <a:rPr u="none" spc="-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of</a:t>
            </a:r>
            <a:r>
              <a:rPr u="none" spc="-25" dirty="0">
                <a:solidFill>
                  <a:srgbClr val="000000"/>
                </a:solidFill>
              </a:rPr>
              <a:t> </a:t>
            </a:r>
            <a:r>
              <a:rPr u="none" spc="-10" dirty="0">
                <a:solidFill>
                  <a:srgbClr val="000000"/>
                </a:solidFill>
              </a:rPr>
              <a:t>India</a:t>
            </a:r>
          </a:p>
          <a:p>
            <a:pPr marL="184785" indent="-172085">
              <a:lnSpc>
                <a:spcPct val="100000"/>
              </a:lnSpc>
              <a:spcBef>
                <a:spcPts val="1680"/>
              </a:spcBef>
              <a:buFont typeface="Wingdings"/>
              <a:buChar char=""/>
              <a:tabLst>
                <a:tab pos="184785" algn="l"/>
              </a:tabLst>
            </a:pPr>
            <a:r>
              <a:rPr b="1" u="none" spc="-10" dirty="0">
                <a:solidFill>
                  <a:srgbClr val="000000"/>
                </a:solidFill>
                <a:latin typeface="Calibri"/>
                <a:cs typeface="Calibri"/>
              </a:rPr>
              <a:t>Challenges</a:t>
            </a:r>
            <a:r>
              <a:rPr b="1" u="none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u="none" dirty="0">
                <a:solidFill>
                  <a:srgbClr val="000000"/>
                </a:solidFill>
                <a:latin typeface="Calibri"/>
                <a:cs typeface="Calibri"/>
              </a:rPr>
              <a:t>in India:</a:t>
            </a:r>
            <a:r>
              <a:rPr b="1" u="none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u="none" spc="-20" dirty="0">
                <a:solidFill>
                  <a:srgbClr val="000000"/>
                </a:solidFill>
                <a:latin typeface="Calibri"/>
                <a:cs typeface="Calibri"/>
              </a:rPr>
              <a:t>Tourism </a:t>
            </a:r>
            <a:r>
              <a:rPr b="1" u="none" spc="-10" dirty="0">
                <a:solidFill>
                  <a:srgbClr val="000000"/>
                </a:solidFill>
                <a:latin typeface="Calibri"/>
                <a:cs typeface="Calibri"/>
              </a:rPr>
              <a:t>Sector</a:t>
            </a:r>
          </a:p>
          <a:p>
            <a:pPr marL="12700">
              <a:lnSpc>
                <a:spcPct val="100000"/>
              </a:lnSpc>
            </a:pPr>
            <a:r>
              <a:rPr b="1" u="none" dirty="0">
                <a:solidFill>
                  <a:srgbClr val="000000"/>
                </a:solidFill>
                <a:latin typeface="Calibri"/>
                <a:cs typeface="Calibri"/>
              </a:rPr>
              <a:t>Link:</a:t>
            </a:r>
            <a:r>
              <a:rPr b="1" u="none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0" dirty="0">
                <a:hlinkClick r:id="rId5"/>
              </a:rPr>
              <a:t>https://www.researchgate.net/publication/388383308_Challenges_in_India_Tourism_Sector</a:t>
            </a:r>
          </a:p>
          <a:p>
            <a:pPr marL="12700">
              <a:lnSpc>
                <a:spcPct val="100000"/>
              </a:lnSpc>
            </a:pPr>
            <a:r>
              <a:rPr b="1" u="none" dirty="0">
                <a:solidFill>
                  <a:srgbClr val="000000"/>
                </a:solidFill>
                <a:latin typeface="Calibri"/>
                <a:cs typeface="Calibri"/>
              </a:rPr>
              <a:t>Author:</a:t>
            </a:r>
            <a:r>
              <a:rPr b="1" u="none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u="none" dirty="0">
                <a:solidFill>
                  <a:srgbClr val="000000"/>
                </a:solidFill>
              </a:rPr>
              <a:t>Priya</a:t>
            </a:r>
            <a:r>
              <a:rPr u="none" spc="-30" dirty="0">
                <a:solidFill>
                  <a:srgbClr val="000000"/>
                </a:solidFill>
              </a:rPr>
              <a:t> </a:t>
            </a:r>
            <a:r>
              <a:rPr u="none" spc="-10" dirty="0">
                <a:solidFill>
                  <a:srgbClr val="000000"/>
                </a:solidFill>
              </a:rPr>
              <a:t>Kumari</a:t>
            </a:r>
          </a:p>
          <a:p>
            <a:pPr marL="184785" indent="-172085">
              <a:lnSpc>
                <a:spcPct val="100000"/>
              </a:lnSpc>
              <a:spcBef>
                <a:spcPts val="1680"/>
              </a:spcBef>
              <a:buFont typeface="Wingdings"/>
              <a:buChar char=""/>
              <a:tabLst>
                <a:tab pos="184785" algn="l"/>
              </a:tabLst>
            </a:pPr>
            <a:r>
              <a:rPr b="1" u="none" spc="-10" dirty="0">
                <a:solidFill>
                  <a:srgbClr val="000000"/>
                </a:solidFill>
                <a:latin typeface="Calibri"/>
                <a:cs typeface="Calibri"/>
              </a:rPr>
              <a:t>Sustainable</a:t>
            </a:r>
            <a:r>
              <a:rPr b="1" u="none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u="none" spc="-20" dirty="0">
                <a:solidFill>
                  <a:srgbClr val="000000"/>
                </a:solidFill>
                <a:latin typeface="Calibri"/>
                <a:cs typeface="Calibri"/>
              </a:rPr>
              <a:t>Tourism</a:t>
            </a:r>
            <a:r>
              <a:rPr b="1" u="none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u="none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b="1" u="none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u="none" dirty="0">
                <a:solidFill>
                  <a:srgbClr val="000000"/>
                </a:solidFill>
                <a:latin typeface="Calibri"/>
                <a:cs typeface="Calibri"/>
              </a:rPr>
              <a:t>India:</a:t>
            </a:r>
            <a:r>
              <a:rPr b="1" u="none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u="none" spc="-10" dirty="0">
                <a:solidFill>
                  <a:srgbClr val="000000"/>
                </a:solidFill>
                <a:latin typeface="Calibri"/>
                <a:cs typeface="Calibri"/>
              </a:rPr>
              <a:t>Challenges</a:t>
            </a:r>
            <a:r>
              <a:rPr b="1" u="none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u="none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b="1" u="none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u="none" spc="-10" dirty="0">
                <a:solidFill>
                  <a:srgbClr val="000000"/>
                </a:solidFill>
                <a:latin typeface="Calibri"/>
                <a:cs typeface="Calibri"/>
              </a:rPr>
              <a:t>Prospects</a:t>
            </a:r>
          </a:p>
          <a:p>
            <a:pPr marL="12700">
              <a:lnSpc>
                <a:spcPct val="100000"/>
              </a:lnSpc>
            </a:pPr>
            <a:r>
              <a:rPr b="1" u="none" dirty="0">
                <a:solidFill>
                  <a:srgbClr val="000000"/>
                </a:solidFill>
                <a:latin typeface="Calibri"/>
                <a:cs typeface="Calibri"/>
              </a:rPr>
              <a:t>Link:</a:t>
            </a:r>
            <a:r>
              <a:rPr b="1" u="none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0" dirty="0">
                <a:hlinkClick r:id="rId6"/>
              </a:rPr>
              <a:t>https://www.researchgate.net/publication/362087303_Sustainable_Tourism_in_India_Challenges_and_Prospects</a:t>
            </a:r>
          </a:p>
          <a:p>
            <a:pPr marL="12700">
              <a:lnSpc>
                <a:spcPct val="100000"/>
              </a:lnSpc>
            </a:pPr>
            <a:r>
              <a:rPr b="1" u="none" dirty="0">
                <a:solidFill>
                  <a:srgbClr val="000000"/>
                </a:solidFill>
                <a:latin typeface="Calibri"/>
                <a:cs typeface="Calibri"/>
              </a:rPr>
              <a:t>Author:</a:t>
            </a:r>
            <a:r>
              <a:rPr b="1" u="none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u="none" dirty="0">
                <a:solidFill>
                  <a:srgbClr val="000000"/>
                </a:solidFill>
              </a:rPr>
              <a:t>Suman</a:t>
            </a:r>
            <a:r>
              <a:rPr u="none" spc="-30" dirty="0">
                <a:solidFill>
                  <a:srgbClr val="000000"/>
                </a:solidFill>
              </a:rPr>
              <a:t> </a:t>
            </a:r>
            <a:r>
              <a:rPr u="none" spc="-10" dirty="0">
                <a:solidFill>
                  <a:srgbClr val="000000"/>
                </a:solidFill>
              </a:rPr>
              <a:t>Sharma</a:t>
            </a:r>
          </a:p>
        </p:txBody>
      </p:sp>
      <p:sp>
        <p:nvSpPr>
          <p:cNvPr id="7" name="object 7"/>
          <p:cNvSpPr/>
          <p:nvPr/>
        </p:nvSpPr>
        <p:spPr>
          <a:xfrm>
            <a:off x="329768" y="252222"/>
            <a:ext cx="1252220" cy="807720"/>
          </a:xfrm>
          <a:custGeom>
            <a:avLst/>
            <a:gdLst/>
            <a:ahLst/>
            <a:cxnLst/>
            <a:rect l="l" t="t" r="r" b="b"/>
            <a:pathLst>
              <a:path w="1252220" h="807719">
                <a:moveTo>
                  <a:pt x="0" y="403732"/>
                </a:moveTo>
                <a:lnTo>
                  <a:pt x="10084" y="331151"/>
                </a:lnTo>
                <a:lnTo>
                  <a:pt x="39159" y="262842"/>
                </a:lnTo>
                <a:lnTo>
                  <a:pt x="60266" y="230646"/>
                </a:lnTo>
                <a:lnTo>
                  <a:pt x="85457" y="199945"/>
                </a:lnTo>
                <a:lnTo>
                  <a:pt x="114513" y="170881"/>
                </a:lnTo>
                <a:lnTo>
                  <a:pt x="147211" y="143597"/>
                </a:lnTo>
                <a:lnTo>
                  <a:pt x="183330" y="118237"/>
                </a:lnTo>
                <a:lnTo>
                  <a:pt x="222651" y="94940"/>
                </a:lnTo>
                <a:lnTo>
                  <a:pt x="264952" y="73852"/>
                </a:lnTo>
                <a:lnTo>
                  <a:pt x="310011" y="55113"/>
                </a:lnTo>
                <a:lnTo>
                  <a:pt x="357609" y="38866"/>
                </a:lnTo>
                <a:lnTo>
                  <a:pt x="407523" y="25254"/>
                </a:lnTo>
                <a:lnTo>
                  <a:pt x="459534" y="14419"/>
                </a:lnTo>
                <a:lnTo>
                  <a:pt x="513419" y="6503"/>
                </a:lnTo>
                <a:lnTo>
                  <a:pt x="568959" y="1649"/>
                </a:lnTo>
                <a:lnTo>
                  <a:pt x="625932" y="0"/>
                </a:lnTo>
                <a:lnTo>
                  <a:pt x="682901" y="1649"/>
                </a:lnTo>
                <a:lnTo>
                  <a:pt x="738438" y="6503"/>
                </a:lnTo>
                <a:lnTo>
                  <a:pt x="792323" y="14419"/>
                </a:lnTo>
                <a:lnTo>
                  <a:pt x="844333" y="25254"/>
                </a:lnTo>
                <a:lnTo>
                  <a:pt x="894248" y="38866"/>
                </a:lnTo>
                <a:lnTo>
                  <a:pt x="941847" y="55113"/>
                </a:lnTo>
                <a:lnTo>
                  <a:pt x="986909" y="73852"/>
                </a:lnTo>
                <a:lnTo>
                  <a:pt x="1029212" y="94940"/>
                </a:lnTo>
                <a:lnTo>
                  <a:pt x="1068536" y="118236"/>
                </a:lnTo>
                <a:lnTo>
                  <a:pt x="1104659" y="143597"/>
                </a:lnTo>
                <a:lnTo>
                  <a:pt x="1137361" y="170881"/>
                </a:lnTo>
                <a:lnTo>
                  <a:pt x="1166419" y="199945"/>
                </a:lnTo>
                <a:lnTo>
                  <a:pt x="1191614" y="230646"/>
                </a:lnTo>
                <a:lnTo>
                  <a:pt x="1212723" y="262842"/>
                </a:lnTo>
                <a:lnTo>
                  <a:pt x="1241803" y="331151"/>
                </a:lnTo>
                <a:lnTo>
                  <a:pt x="1251889" y="403732"/>
                </a:lnTo>
                <a:lnTo>
                  <a:pt x="1249331" y="440466"/>
                </a:lnTo>
                <a:lnTo>
                  <a:pt x="1229527" y="511020"/>
                </a:lnTo>
                <a:lnTo>
                  <a:pt x="1191614" y="576740"/>
                </a:lnTo>
                <a:lnTo>
                  <a:pt x="1166419" y="607431"/>
                </a:lnTo>
                <a:lnTo>
                  <a:pt x="1137361" y="636486"/>
                </a:lnTo>
                <a:lnTo>
                  <a:pt x="1104659" y="663762"/>
                </a:lnTo>
                <a:lnTo>
                  <a:pt x="1068536" y="689117"/>
                </a:lnTo>
                <a:lnTo>
                  <a:pt x="1029212" y="712409"/>
                </a:lnTo>
                <a:lnTo>
                  <a:pt x="986909" y="733494"/>
                </a:lnTo>
                <a:lnTo>
                  <a:pt x="941847" y="752230"/>
                </a:lnTo>
                <a:lnTo>
                  <a:pt x="894248" y="768475"/>
                </a:lnTo>
                <a:lnTo>
                  <a:pt x="844333" y="782086"/>
                </a:lnTo>
                <a:lnTo>
                  <a:pt x="792323" y="792920"/>
                </a:lnTo>
                <a:lnTo>
                  <a:pt x="738438" y="800835"/>
                </a:lnTo>
                <a:lnTo>
                  <a:pt x="682901" y="805689"/>
                </a:lnTo>
                <a:lnTo>
                  <a:pt x="625932" y="807338"/>
                </a:lnTo>
                <a:lnTo>
                  <a:pt x="568959" y="805689"/>
                </a:lnTo>
                <a:lnTo>
                  <a:pt x="513419" y="800835"/>
                </a:lnTo>
                <a:lnTo>
                  <a:pt x="459534" y="792920"/>
                </a:lnTo>
                <a:lnTo>
                  <a:pt x="407523" y="782086"/>
                </a:lnTo>
                <a:lnTo>
                  <a:pt x="357609" y="768475"/>
                </a:lnTo>
                <a:lnTo>
                  <a:pt x="310011" y="752230"/>
                </a:lnTo>
                <a:lnTo>
                  <a:pt x="264952" y="733494"/>
                </a:lnTo>
                <a:lnTo>
                  <a:pt x="222651" y="712409"/>
                </a:lnTo>
                <a:lnTo>
                  <a:pt x="183330" y="689117"/>
                </a:lnTo>
                <a:lnTo>
                  <a:pt x="147211" y="663762"/>
                </a:lnTo>
                <a:lnTo>
                  <a:pt x="114513" y="636486"/>
                </a:lnTo>
                <a:lnTo>
                  <a:pt x="85457" y="607431"/>
                </a:lnTo>
                <a:lnTo>
                  <a:pt x="60266" y="576740"/>
                </a:lnTo>
                <a:lnTo>
                  <a:pt x="39159" y="544555"/>
                </a:lnTo>
                <a:lnTo>
                  <a:pt x="10084" y="476276"/>
                </a:lnTo>
                <a:lnTo>
                  <a:pt x="0" y="403732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865767" y="118112"/>
            <a:ext cx="2160343" cy="100081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81000" y="557337"/>
            <a:ext cx="125222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spc="-10" dirty="0">
                <a:latin typeface="Arial MT"/>
                <a:cs typeface="Arial MT"/>
              </a:rPr>
              <a:t>Roots &amp; Routes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15" dirty="0"/>
              <a:t> </a:t>
            </a:r>
            <a:r>
              <a:rPr dirty="0"/>
              <a:t>Idea</a:t>
            </a:r>
            <a:r>
              <a:rPr spc="-25" dirty="0"/>
              <a:t> </a:t>
            </a:r>
            <a:r>
              <a:rPr spc="-10" dirty="0"/>
              <a:t>submission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</TotalTime>
  <Words>533</Words>
  <Application>Microsoft Office PowerPoint</Application>
  <PresentationFormat>Widescreen</PresentationFormat>
  <Paragraphs>87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Arial MT</vt:lpstr>
      <vt:lpstr>Calibri</vt:lpstr>
      <vt:lpstr>Sitka Subheading</vt:lpstr>
      <vt:lpstr>Times New Roman</vt:lpstr>
      <vt:lpstr>Wingdings</vt:lpstr>
      <vt:lpstr>Office Theme</vt:lpstr>
      <vt:lpstr>SMART INDIA HACKATHON 2025</vt:lpstr>
      <vt:lpstr>IDEA TITLE</vt:lpstr>
      <vt:lpstr>TECHNICAL APPROACH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D Sri Yogendra</cp:lastModifiedBy>
  <cp:revision>2</cp:revision>
  <dcterms:created xsi:type="dcterms:W3CDTF">2025-09-17T07:08:21Z</dcterms:created>
  <dcterms:modified xsi:type="dcterms:W3CDTF">2025-09-18T08:26:31Z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2025-09-17T00:00:00Z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2025-09-17T00:00:00Z</vt:filetime>
  </property>
  <property fmtid="{D5CDD505-2E9C-101B-9397-08002B2CF9AE}" pid="5" name="Producer">
    <vt:lpwstr>Microsoft® PowerPoint® 2021</vt:lpwstr>
  </property>
</Properties>
</file>